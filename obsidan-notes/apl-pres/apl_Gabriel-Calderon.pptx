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66384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747720" y="2670840"/>
            <a:ext cx="86076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APL: The Evolution of a Tool of Thought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47720" y="3588120"/>
            <a:ext cx="946728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Philosophy, Crisis, and the Ultimate Hack (1979-1984)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047600" y="249552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747720" y="1470600"/>
            <a:ext cx="78660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Three Eras in the Life of a Language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300320" y="2343240"/>
            <a:ext cx="100288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1979: The Philosophy.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Kenneth E. Iverson's Turing Award Lecture establishes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047600" y="340020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300320" y="2762280"/>
            <a:ext cx="68922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APL as a superior, executable mathematical notation.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300320" y="3247920"/>
            <a:ext cx="91738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1981: The Existential Crisis.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Michael F. C. Crick's warning about syntax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9477000" y="3773160"/>
            <a:ext cx="222840" cy="191880"/>
          </a:xfrm>
          <a:custGeom>
            <a:avLst/>
            <a:gdLst>
              <a:gd name="textAreaLeft" fmla="*/ 0 w 222840"/>
              <a:gd name="textAreaRight" fmla="*/ 223200 w 222840"/>
              <a:gd name="textAreaTop" fmla="*/ 0 h 191880"/>
              <a:gd name="textAreaBottom" fmla="*/ 192240 h 191880"/>
            </a:gdLst>
            <a:ahLst/>
            <a:cxnLst/>
            <a:rect l="textAreaLeft" t="textAreaTop" r="textAreaRight" b="textAreaBottom"/>
            <a:pathLst>
              <a:path w="620" h="534">
                <a:moveTo>
                  <a:pt x="244" y="66"/>
                </a:moveTo>
                <a:cubicBezTo>
                  <a:pt x="244" y="45"/>
                  <a:pt x="250" y="29"/>
                  <a:pt x="263" y="17"/>
                </a:cubicBezTo>
                <a:cubicBezTo>
                  <a:pt x="276" y="6"/>
                  <a:pt x="291" y="0"/>
                  <a:pt x="307" y="0"/>
                </a:cubicBezTo>
                <a:cubicBezTo>
                  <a:pt x="327" y="0"/>
                  <a:pt x="343" y="6"/>
                  <a:pt x="355" y="18"/>
                </a:cubicBezTo>
                <a:cubicBezTo>
                  <a:pt x="368" y="31"/>
                  <a:pt x="374" y="47"/>
                  <a:pt x="374" y="66"/>
                </a:cubicBezTo>
                <a:cubicBezTo>
                  <a:pt x="374" y="83"/>
                  <a:pt x="368" y="98"/>
                  <a:pt x="357" y="111"/>
                </a:cubicBezTo>
                <a:cubicBezTo>
                  <a:pt x="346" y="124"/>
                  <a:pt x="330" y="131"/>
                  <a:pt x="309" y="131"/>
                </a:cubicBezTo>
                <a:cubicBezTo>
                  <a:pt x="288" y="131"/>
                  <a:pt x="273" y="124"/>
                  <a:pt x="261" y="111"/>
                </a:cubicBezTo>
                <a:cubicBezTo>
                  <a:pt x="250" y="98"/>
                  <a:pt x="244" y="83"/>
                  <a:pt x="244" y="66"/>
                </a:cubicBezTo>
                <a:moveTo>
                  <a:pt x="13" y="248"/>
                </a:moveTo>
                <a:lnTo>
                  <a:pt x="606" y="248"/>
                </a:lnTo>
                <a:cubicBezTo>
                  <a:pt x="615" y="253"/>
                  <a:pt x="620" y="259"/>
                  <a:pt x="620" y="267"/>
                </a:cubicBezTo>
                <a:cubicBezTo>
                  <a:pt x="620" y="274"/>
                  <a:pt x="615" y="280"/>
                  <a:pt x="606" y="285"/>
                </a:cubicBezTo>
                <a:lnTo>
                  <a:pt x="13" y="285"/>
                </a:lnTo>
                <a:cubicBezTo>
                  <a:pt x="4" y="281"/>
                  <a:pt x="0" y="275"/>
                  <a:pt x="0" y="267"/>
                </a:cubicBezTo>
                <a:cubicBezTo>
                  <a:pt x="0" y="259"/>
                  <a:pt x="4" y="253"/>
                  <a:pt x="13" y="248"/>
                </a:cubicBezTo>
                <a:moveTo>
                  <a:pt x="244" y="469"/>
                </a:moveTo>
                <a:cubicBezTo>
                  <a:pt x="244" y="448"/>
                  <a:pt x="250" y="431"/>
                  <a:pt x="263" y="419"/>
                </a:cubicBezTo>
                <a:cubicBezTo>
                  <a:pt x="276" y="408"/>
                  <a:pt x="291" y="402"/>
                  <a:pt x="307" y="402"/>
                </a:cubicBezTo>
                <a:cubicBezTo>
                  <a:pt x="327" y="402"/>
                  <a:pt x="343" y="408"/>
                  <a:pt x="355" y="420"/>
                </a:cubicBezTo>
                <a:cubicBezTo>
                  <a:pt x="368" y="434"/>
                  <a:pt x="374" y="449"/>
                  <a:pt x="374" y="469"/>
                </a:cubicBezTo>
                <a:cubicBezTo>
                  <a:pt x="374" y="486"/>
                  <a:pt x="368" y="501"/>
                  <a:pt x="357" y="514"/>
                </a:cubicBezTo>
                <a:cubicBezTo>
                  <a:pt x="346" y="527"/>
                  <a:pt x="330" y="534"/>
                  <a:pt x="309" y="534"/>
                </a:cubicBezTo>
                <a:cubicBezTo>
                  <a:pt x="288" y="534"/>
                  <a:pt x="273" y="527"/>
                  <a:pt x="261" y="514"/>
                </a:cubicBezTo>
                <a:cubicBezTo>
                  <a:pt x="250" y="501"/>
                  <a:pt x="244" y="486"/>
                  <a:pt x="244" y="46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9744840" y="3912480"/>
            <a:ext cx="44280" cy="105480"/>
          </a:xfrm>
          <a:custGeom>
            <a:avLst/>
            <a:gdLst>
              <a:gd name="textAreaLeft" fmla="*/ 0 w 44280"/>
              <a:gd name="textAreaRight" fmla="*/ 44640 w 44280"/>
              <a:gd name="textAreaTop" fmla="*/ 0 h 105480"/>
              <a:gd name="textAreaBottom" fmla="*/ 105840 h 105480"/>
            </a:gdLst>
            <a:ahLst/>
            <a:cxnLst/>
            <a:rect l="textAreaLeft" t="textAreaTop" r="textAreaRight" b="textAreaBottom"/>
            <a:pathLst>
              <a:path w="124" h="294">
                <a:moveTo>
                  <a:pt x="0" y="80"/>
                </a:moveTo>
                <a:cubicBezTo>
                  <a:pt x="0" y="80"/>
                  <a:pt x="0" y="72"/>
                  <a:pt x="0" y="57"/>
                </a:cubicBezTo>
                <a:cubicBezTo>
                  <a:pt x="0" y="41"/>
                  <a:pt x="5" y="28"/>
                  <a:pt x="15" y="17"/>
                </a:cubicBezTo>
                <a:cubicBezTo>
                  <a:pt x="25" y="5"/>
                  <a:pt x="38" y="0"/>
                  <a:pt x="55" y="0"/>
                </a:cubicBezTo>
                <a:cubicBezTo>
                  <a:pt x="72" y="0"/>
                  <a:pt x="89" y="8"/>
                  <a:pt x="103" y="23"/>
                </a:cubicBezTo>
                <a:cubicBezTo>
                  <a:pt x="116" y="39"/>
                  <a:pt x="123" y="66"/>
                  <a:pt x="124" y="105"/>
                </a:cubicBezTo>
                <a:cubicBezTo>
                  <a:pt x="124" y="128"/>
                  <a:pt x="121" y="149"/>
                  <a:pt x="116" y="169"/>
                </a:cubicBezTo>
                <a:cubicBezTo>
                  <a:pt x="110" y="190"/>
                  <a:pt x="104" y="207"/>
                  <a:pt x="96" y="222"/>
                </a:cubicBezTo>
                <a:cubicBezTo>
                  <a:pt x="89" y="237"/>
                  <a:pt x="81" y="250"/>
                  <a:pt x="71" y="260"/>
                </a:cubicBezTo>
                <a:cubicBezTo>
                  <a:pt x="62" y="271"/>
                  <a:pt x="55" y="279"/>
                  <a:pt x="49" y="285"/>
                </a:cubicBezTo>
                <a:cubicBezTo>
                  <a:pt x="42" y="292"/>
                  <a:pt x="38" y="294"/>
                  <a:pt x="36" y="294"/>
                </a:cubicBezTo>
                <a:cubicBezTo>
                  <a:pt x="34" y="294"/>
                  <a:pt x="30" y="291"/>
                  <a:pt x="24" y="285"/>
                </a:cubicBezTo>
                <a:cubicBezTo>
                  <a:pt x="19" y="280"/>
                  <a:pt x="16" y="276"/>
                  <a:pt x="16" y="273"/>
                </a:cubicBezTo>
                <a:cubicBezTo>
                  <a:pt x="16" y="271"/>
                  <a:pt x="19" y="266"/>
                  <a:pt x="26" y="258"/>
                </a:cubicBezTo>
                <a:cubicBezTo>
                  <a:pt x="33" y="251"/>
                  <a:pt x="41" y="242"/>
                  <a:pt x="50" y="231"/>
                </a:cubicBezTo>
                <a:cubicBezTo>
                  <a:pt x="58" y="219"/>
                  <a:pt x="66" y="204"/>
                  <a:pt x="74" y="184"/>
                </a:cubicBezTo>
                <a:cubicBezTo>
                  <a:pt x="82" y="164"/>
                  <a:pt x="87" y="142"/>
                  <a:pt x="90" y="115"/>
                </a:cubicBezTo>
                <a:lnTo>
                  <a:pt x="90" y="104"/>
                </a:lnTo>
                <a:lnTo>
                  <a:pt x="89" y="105"/>
                </a:lnTo>
                <a:cubicBezTo>
                  <a:pt x="87" y="106"/>
                  <a:pt x="86" y="106"/>
                  <a:pt x="84" y="107"/>
                </a:cubicBezTo>
                <a:cubicBezTo>
                  <a:pt x="82" y="107"/>
                  <a:pt x="80" y="108"/>
                  <a:pt x="78" y="110"/>
                </a:cubicBezTo>
                <a:cubicBezTo>
                  <a:pt x="76" y="111"/>
                  <a:pt x="73" y="111"/>
                  <a:pt x="69" y="111"/>
                </a:cubicBezTo>
                <a:cubicBezTo>
                  <a:pt x="65" y="111"/>
                  <a:pt x="62" y="112"/>
                  <a:pt x="58" y="112"/>
                </a:cubicBezTo>
                <a:cubicBezTo>
                  <a:pt x="41" y="112"/>
                  <a:pt x="28" y="107"/>
                  <a:pt x="17" y="97"/>
                </a:cubicBezTo>
                <a:lnTo>
                  <a:pt x="0" y="8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0062720" y="3781800"/>
            <a:ext cx="297720" cy="174960"/>
          </a:xfrm>
          <a:custGeom>
            <a:avLst/>
            <a:gdLst>
              <a:gd name="textAreaLeft" fmla="*/ 0 w 297720"/>
              <a:gd name="textAreaRight" fmla="*/ 298080 w 297720"/>
              <a:gd name="textAreaTop" fmla="*/ 0 h 174960"/>
              <a:gd name="textAreaBottom" fmla="*/ 175320 h 174960"/>
            </a:gdLst>
            <a:ahLst/>
            <a:cxnLst/>
            <a:rect l="textAreaLeft" t="textAreaTop" r="textAreaRight" b="textAreaBottom"/>
            <a:pathLst>
              <a:path w="828" h="487">
                <a:moveTo>
                  <a:pt x="814" y="261"/>
                </a:moveTo>
                <a:lnTo>
                  <a:pt x="103" y="261"/>
                </a:lnTo>
                <a:cubicBezTo>
                  <a:pt x="104" y="263"/>
                  <a:pt x="109" y="267"/>
                  <a:pt x="118" y="274"/>
                </a:cubicBezTo>
                <a:cubicBezTo>
                  <a:pt x="128" y="282"/>
                  <a:pt x="137" y="290"/>
                  <a:pt x="145" y="300"/>
                </a:cubicBezTo>
                <a:cubicBezTo>
                  <a:pt x="154" y="309"/>
                  <a:pt x="164" y="320"/>
                  <a:pt x="176" y="334"/>
                </a:cubicBezTo>
                <a:cubicBezTo>
                  <a:pt x="188" y="348"/>
                  <a:pt x="198" y="365"/>
                  <a:pt x="207" y="386"/>
                </a:cubicBezTo>
                <a:cubicBezTo>
                  <a:pt x="216" y="407"/>
                  <a:pt x="224" y="430"/>
                  <a:pt x="231" y="453"/>
                </a:cubicBezTo>
                <a:cubicBezTo>
                  <a:pt x="234" y="464"/>
                  <a:pt x="236" y="472"/>
                  <a:pt x="236" y="476"/>
                </a:cubicBezTo>
                <a:cubicBezTo>
                  <a:pt x="236" y="483"/>
                  <a:pt x="229" y="487"/>
                  <a:pt x="217" y="487"/>
                </a:cubicBezTo>
                <a:lnTo>
                  <a:pt x="208" y="487"/>
                </a:lnTo>
                <a:cubicBezTo>
                  <a:pt x="206" y="487"/>
                  <a:pt x="204" y="485"/>
                  <a:pt x="202" y="483"/>
                </a:cubicBezTo>
                <a:cubicBezTo>
                  <a:pt x="200" y="480"/>
                  <a:pt x="199" y="478"/>
                  <a:pt x="198" y="474"/>
                </a:cubicBezTo>
                <a:cubicBezTo>
                  <a:pt x="196" y="471"/>
                  <a:pt x="195" y="465"/>
                  <a:pt x="194" y="457"/>
                </a:cubicBezTo>
                <a:cubicBezTo>
                  <a:pt x="183" y="412"/>
                  <a:pt x="162" y="370"/>
                  <a:pt x="131" y="335"/>
                </a:cubicBezTo>
                <a:cubicBezTo>
                  <a:pt x="100" y="300"/>
                  <a:pt x="62" y="273"/>
                  <a:pt x="17" y="256"/>
                </a:cubicBezTo>
                <a:cubicBezTo>
                  <a:pt x="8" y="252"/>
                  <a:pt x="2" y="249"/>
                  <a:pt x="0" y="246"/>
                </a:cubicBezTo>
                <a:cubicBezTo>
                  <a:pt x="0" y="241"/>
                  <a:pt x="2" y="238"/>
                  <a:pt x="4" y="236"/>
                </a:cubicBezTo>
                <a:cubicBezTo>
                  <a:pt x="7" y="234"/>
                  <a:pt x="11" y="232"/>
                  <a:pt x="17" y="230"/>
                </a:cubicBezTo>
                <a:cubicBezTo>
                  <a:pt x="47" y="218"/>
                  <a:pt x="73" y="202"/>
                  <a:pt x="96" y="183"/>
                </a:cubicBezTo>
                <a:cubicBezTo>
                  <a:pt x="119" y="164"/>
                  <a:pt x="137" y="145"/>
                  <a:pt x="149" y="127"/>
                </a:cubicBezTo>
                <a:cubicBezTo>
                  <a:pt x="162" y="108"/>
                  <a:pt x="171" y="90"/>
                  <a:pt x="179" y="72"/>
                </a:cubicBezTo>
                <a:cubicBezTo>
                  <a:pt x="186" y="54"/>
                  <a:pt x="192" y="39"/>
                  <a:pt x="195" y="29"/>
                </a:cubicBezTo>
                <a:lnTo>
                  <a:pt x="198" y="13"/>
                </a:lnTo>
                <a:cubicBezTo>
                  <a:pt x="199" y="9"/>
                  <a:pt x="200" y="7"/>
                  <a:pt x="200" y="6"/>
                </a:cubicBezTo>
                <a:cubicBezTo>
                  <a:pt x="201" y="4"/>
                  <a:pt x="202" y="3"/>
                  <a:pt x="205" y="2"/>
                </a:cubicBezTo>
                <a:cubicBezTo>
                  <a:pt x="207" y="1"/>
                  <a:pt x="211" y="0"/>
                  <a:pt x="217" y="0"/>
                </a:cubicBezTo>
                <a:cubicBezTo>
                  <a:pt x="229" y="0"/>
                  <a:pt x="236" y="3"/>
                  <a:pt x="236" y="10"/>
                </a:cubicBezTo>
                <a:cubicBezTo>
                  <a:pt x="236" y="15"/>
                  <a:pt x="234" y="22"/>
                  <a:pt x="231" y="33"/>
                </a:cubicBezTo>
                <a:cubicBezTo>
                  <a:pt x="225" y="56"/>
                  <a:pt x="217" y="78"/>
                  <a:pt x="208" y="98"/>
                </a:cubicBezTo>
                <a:cubicBezTo>
                  <a:pt x="198" y="118"/>
                  <a:pt x="189" y="134"/>
                  <a:pt x="178" y="148"/>
                </a:cubicBezTo>
                <a:cubicBezTo>
                  <a:pt x="167" y="162"/>
                  <a:pt x="158" y="173"/>
                  <a:pt x="149" y="182"/>
                </a:cubicBezTo>
                <a:cubicBezTo>
                  <a:pt x="140" y="192"/>
                  <a:pt x="131" y="200"/>
                  <a:pt x="121" y="208"/>
                </a:cubicBezTo>
                <a:cubicBezTo>
                  <a:pt x="111" y="216"/>
                  <a:pt x="105" y="222"/>
                  <a:pt x="103" y="224"/>
                </a:cubicBezTo>
                <a:lnTo>
                  <a:pt x="814" y="224"/>
                </a:lnTo>
                <a:cubicBezTo>
                  <a:pt x="824" y="230"/>
                  <a:pt x="828" y="236"/>
                  <a:pt x="828" y="243"/>
                </a:cubicBezTo>
                <a:cubicBezTo>
                  <a:pt x="828" y="250"/>
                  <a:pt x="824" y="256"/>
                  <a:pt x="814" y="2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0405440" y="3912480"/>
            <a:ext cx="44280" cy="105480"/>
          </a:xfrm>
          <a:custGeom>
            <a:avLst/>
            <a:gdLst>
              <a:gd name="textAreaLeft" fmla="*/ 0 w 44280"/>
              <a:gd name="textAreaRight" fmla="*/ 44640 w 44280"/>
              <a:gd name="textAreaTop" fmla="*/ 0 h 105480"/>
              <a:gd name="textAreaBottom" fmla="*/ 105840 h 105480"/>
            </a:gdLst>
            <a:ahLst/>
            <a:cxnLst/>
            <a:rect l="textAreaLeft" t="textAreaTop" r="textAreaRight" b="textAreaBottom"/>
            <a:pathLst>
              <a:path w="124" h="294">
                <a:moveTo>
                  <a:pt x="0" y="80"/>
                </a:moveTo>
                <a:cubicBezTo>
                  <a:pt x="0" y="80"/>
                  <a:pt x="0" y="72"/>
                  <a:pt x="0" y="57"/>
                </a:cubicBezTo>
                <a:cubicBezTo>
                  <a:pt x="0" y="41"/>
                  <a:pt x="5" y="28"/>
                  <a:pt x="15" y="17"/>
                </a:cubicBezTo>
                <a:cubicBezTo>
                  <a:pt x="25" y="5"/>
                  <a:pt x="38" y="0"/>
                  <a:pt x="55" y="0"/>
                </a:cubicBezTo>
                <a:cubicBezTo>
                  <a:pt x="73" y="0"/>
                  <a:pt x="89" y="8"/>
                  <a:pt x="102" y="23"/>
                </a:cubicBezTo>
                <a:cubicBezTo>
                  <a:pt x="116" y="39"/>
                  <a:pt x="123" y="66"/>
                  <a:pt x="124" y="105"/>
                </a:cubicBezTo>
                <a:cubicBezTo>
                  <a:pt x="124" y="128"/>
                  <a:pt x="121" y="149"/>
                  <a:pt x="115" y="169"/>
                </a:cubicBezTo>
                <a:cubicBezTo>
                  <a:pt x="110" y="190"/>
                  <a:pt x="103" y="207"/>
                  <a:pt x="96" y="222"/>
                </a:cubicBezTo>
                <a:cubicBezTo>
                  <a:pt x="88" y="237"/>
                  <a:pt x="80" y="250"/>
                  <a:pt x="71" y="260"/>
                </a:cubicBezTo>
                <a:cubicBezTo>
                  <a:pt x="62" y="271"/>
                  <a:pt x="54" y="279"/>
                  <a:pt x="48" y="285"/>
                </a:cubicBezTo>
                <a:cubicBezTo>
                  <a:pt x="42" y="292"/>
                  <a:pt x="38" y="294"/>
                  <a:pt x="36" y="294"/>
                </a:cubicBezTo>
                <a:cubicBezTo>
                  <a:pt x="34" y="294"/>
                  <a:pt x="30" y="291"/>
                  <a:pt x="24" y="285"/>
                </a:cubicBezTo>
                <a:cubicBezTo>
                  <a:pt x="19" y="280"/>
                  <a:pt x="16" y="276"/>
                  <a:pt x="16" y="273"/>
                </a:cubicBezTo>
                <a:cubicBezTo>
                  <a:pt x="16" y="271"/>
                  <a:pt x="19" y="266"/>
                  <a:pt x="26" y="258"/>
                </a:cubicBezTo>
                <a:cubicBezTo>
                  <a:pt x="33" y="251"/>
                  <a:pt x="41" y="242"/>
                  <a:pt x="49" y="231"/>
                </a:cubicBezTo>
                <a:cubicBezTo>
                  <a:pt x="58" y="219"/>
                  <a:pt x="66" y="204"/>
                  <a:pt x="74" y="184"/>
                </a:cubicBezTo>
                <a:cubicBezTo>
                  <a:pt x="82" y="164"/>
                  <a:pt x="87" y="142"/>
                  <a:pt x="89" y="115"/>
                </a:cubicBezTo>
                <a:lnTo>
                  <a:pt x="89" y="104"/>
                </a:lnTo>
                <a:lnTo>
                  <a:pt x="88" y="105"/>
                </a:lnTo>
                <a:cubicBezTo>
                  <a:pt x="87" y="106"/>
                  <a:pt x="86" y="106"/>
                  <a:pt x="84" y="107"/>
                </a:cubicBezTo>
                <a:cubicBezTo>
                  <a:pt x="82" y="107"/>
                  <a:pt x="80" y="108"/>
                  <a:pt x="78" y="110"/>
                </a:cubicBezTo>
                <a:cubicBezTo>
                  <a:pt x="76" y="111"/>
                  <a:pt x="73" y="111"/>
                  <a:pt x="69" y="111"/>
                </a:cubicBezTo>
                <a:cubicBezTo>
                  <a:pt x="65" y="111"/>
                  <a:pt x="61" y="112"/>
                  <a:pt x="58" y="112"/>
                </a:cubicBezTo>
                <a:cubicBezTo>
                  <a:pt x="41" y="112"/>
                  <a:pt x="27" y="107"/>
                  <a:pt x="17" y="97"/>
                </a:cubicBezTo>
                <a:lnTo>
                  <a:pt x="0" y="8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0630440" y="3752640"/>
            <a:ext cx="186120" cy="207720"/>
          </a:xfrm>
          <a:custGeom>
            <a:avLst/>
            <a:gdLst>
              <a:gd name="textAreaLeft" fmla="*/ 0 w 186120"/>
              <a:gd name="textAreaRight" fmla="*/ 186480 w 186120"/>
              <a:gd name="textAreaTop" fmla="*/ 0 h 207720"/>
              <a:gd name="textAreaBottom" fmla="*/ 208080 h 207720"/>
            </a:gdLst>
            <a:ahLst/>
            <a:cxnLst/>
            <a:rect l="textAreaLeft" t="textAreaTop" r="textAreaRight" b="textAreaBottom"/>
            <a:pathLst>
              <a:path w="518" h="578">
                <a:moveTo>
                  <a:pt x="245" y="7"/>
                </a:moveTo>
                <a:cubicBezTo>
                  <a:pt x="250" y="2"/>
                  <a:pt x="254" y="0"/>
                  <a:pt x="259" y="0"/>
                </a:cubicBezTo>
                <a:cubicBezTo>
                  <a:pt x="266" y="0"/>
                  <a:pt x="271" y="2"/>
                  <a:pt x="273" y="7"/>
                </a:cubicBezTo>
                <a:cubicBezTo>
                  <a:pt x="274" y="7"/>
                  <a:pt x="294" y="52"/>
                  <a:pt x="335" y="142"/>
                </a:cubicBezTo>
                <a:cubicBezTo>
                  <a:pt x="375" y="233"/>
                  <a:pt x="416" y="324"/>
                  <a:pt x="456" y="417"/>
                </a:cubicBezTo>
                <a:cubicBezTo>
                  <a:pt x="497" y="509"/>
                  <a:pt x="518" y="557"/>
                  <a:pt x="518" y="561"/>
                </a:cubicBezTo>
                <a:cubicBezTo>
                  <a:pt x="517" y="572"/>
                  <a:pt x="510" y="578"/>
                  <a:pt x="499" y="578"/>
                </a:cubicBezTo>
                <a:cubicBezTo>
                  <a:pt x="497" y="578"/>
                  <a:pt x="496" y="577"/>
                  <a:pt x="495" y="577"/>
                </a:cubicBezTo>
                <a:cubicBezTo>
                  <a:pt x="493" y="576"/>
                  <a:pt x="492" y="576"/>
                  <a:pt x="490" y="576"/>
                </a:cubicBezTo>
                <a:cubicBezTo>
                  <a:pt x="488" y="576"/>
                  <a:pt x="487" y="575"/>
                  <a:pt x="486" y="573"/>
                </a:cubicBezTo>
                <a:cubicBezTo>
                  <a:pt x="486" y="571"/>
                  <a:pt x="485" y="570"/>
                  <a:pt x="484" y="569"/>
                </a:cubicBezTo>
                <a:cubicBezTo>
                  <a:pt x="484" y="569"/>
                  <a:pt x="483" y="568"/>
                  <a:pt x="482" y="566"/>
                </a:cubicBezTo>
                <a:cubicBezTo>
                  <a:pt x="480" y="564"/>
                  <a:pt x="480" y="562"/>
                  <a:pt x="480" y="561"/>
                </a:cubicBezTo>
                <a:lnTo>
                  <a:pt x="259" y="65"/>
                </a:lnTo>
                <a:lnTo>
                  <a:pt x="38" y="561"/>
                </a:lnTo>
                <a:cubicBezTo>
                  <a:pt x="32" y="571"/>
                  <a:pt x="27" y="576"/>
                  <a:pt x="23" y="577"/>
                </a:cubicBezTo>
                <a:cubicBezTo>
                  <a:pt x="22" y="577"/>
                  <a:pt x="20" y="578"/>
                  <a:pt x="18" y="578"/>
                </a:cubicBezTo>
                <a:cubicBezTo>
                  <a:pt x="7" y="578"/>
                  <a:pt x="1" y="572"/>
                  <a:pt x="0" y="561"/>
                </a:cubicBezTo>
                <a:cubicBezTo>
                  <a:pt x="0" y="557"/>
                  <a:pt x="20" y="510"/>
                  <a:pt x="60" y="418"/>
                </a:cubicBezTo>
                <a:cubicBezTo>
                  <a:pt x="100" y="326"/>
                  <a:pt x="141" y="235"/>
                  <a:pt x="182" y="143"/>
                </a:cubicBezTo>
                <a:cubicBezTo>
                  <a:pt x="224" y="53"/>
                  <a:pt x="245" y="7"/>
                  <a:pt x="245" y="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300320" y="3657600"/>
            <a:ext cx="81547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fragmentation and the push for Generalized Objects. Symbols: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047600" y="470520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8"/>
                  <a:pt x="184" y="254"/>
                </a:cubicBezTo>
                <a:cubicBezTo>
                  <a:pt x="168" y="261"/>
                  <a:pt x="151" y="265"/>
                  <a:pt x="133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300320" y="4076640"/>
            <a:ext cx="745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300320" y="4552920"/>
            <a:ext cx="99018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1984: The Ultimate Hack.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J. B. Gunn's radical engineering of Virus Functions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300320" y="4971960"/>
            <a:ext cx="5171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to rewrite the APL interpreter on the ﬂy.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752400" y="1628640"/>
            <a:ext cx="66600" cy="1657440"/>
          </a:xfrm>
          <a:custGeom>
            <a:avLst/>
            <a:gdLst>
              <a:gd name="textAreaLeft" fmla="*/ 0 w 66600"/>
              <a:gd name="textAreaRight" fmla="*/ 66960 w 66600"/>
              <a:gd name="textAreaTop" fmla="*/ 0 h 1657440"/>
              <a:gd name="textAreaBottom" fmla="*/ 1657800 h 1657440"/>
            </a:gdLst>
            <a:ahLst/>
            <a:cxnLst/>
            <a:rect l="textAreaLeft" t="textAreaTop" r="textAreaRight" b="textAreaBottom"/>
            <a:pathLst>
              <a:path w="186" h="4605">
                <a:moveTo>
                  <a:pt x="0" y="0"/>
                </a:moveTo>
                <a:lnTo>
                  <a:pt x="186" y="0"/>
                </a:lnTo>
                <a:lnTo>
                  <a:pt x="186" y="4605"/>
                </a:lnTo>
                <a:lnTo>
                  <a:pt x="0" y="460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747720" y="765720"/>
            <a:ext cx="837612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The Limits of Traditional Mathematics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090440" y="1647720"/>
            <a:ext cx="93387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“we use formulas we trust to reason about any and all possible values at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090440" y="2066760"/>
            <a:ext cx="81158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once, but to do so we must reduce reality to a set of formulas.”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090440" y="2476440"/>
            <a:ext cx="9950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— Pastor Manul Laphroaig, </a:t>
            </a:r>
            <a:r>
              <a:rPr lang="en-US" sz="2170" b="0" i="1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A Sermon on Newton and Turing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, PoC||GTFO 0x09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47600" y="360972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090440" y="2895480"/>
            <a:ext cx="7970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NotoSans"/>
                <a:ea typeface="NotoSans"/>
              </a:rPr>
              <a:t>(2015)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300320" y="3457440"/>
            <a:ext cx="98589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Mathematical Notation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Highly compressed meaning but lacks universality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47600" y="45050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8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8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300320" y="3876840"/>
            <a:ext cx="46836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and is ambiguous based on context.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300320" y="4352760"/>
            <a:ext cx="93477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Programming Languages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Universal, unambiguous, and executable for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047600" y="541008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2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300320" y="4772160"/>
            <a:ext cx="38228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precise thought experiments.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300320" y="5257800"/>
            <a:ext cx="9571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Iverson's Thesis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Combine executable programming advantages with the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300320" y="5667480"/>
            <a:ext cx="42537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power of mathematical notation.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047600" y="26762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747720" y="1641960"/>
            <a:ext cx="74934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Executable Mathematics in Action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533400" y="2617920"/>
            <a:ext cx="222840" cy="222840"/>
          </a:xfrm>
          <a:custGeom>
            <a:avLst/>
            <a:gdLst>
              <a:gd name="textAreaLeft" fmla="*/ 0 w 222840"/>
              <a:gd name="textAreaRight" fmla="*/ 223200 w 22284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620" h="620">
                <a:moveTo>
                  <a:pt x="13" y="291"/>
                </a:moveTo>
                <a:lnTo>
                  <a:pt x="291" y="291"/>
                </a:lnTo>
                <a:lnTo>
                  <a:pt x="291" y="152"/>
                </a:lnTo>
                <a:lnTo>
                  <a:pt x="292" y="12"/>
                </a:lnTo>
                <a:cubicBezTo>
                  <a:pt x="298" y="4"/>
                  <a:pt x="304" y="0"/>
                  <a:pt x="310" y="0"/>
                </a:cubicBezTo>
                <a:cubicBezTo>
                  <a:pt x="318" y="0"/>
                  <a:pt x="324" y="5"/>
                  <a:pt x="328" y="14"/>
                </a:cubicBezTo>
                <a:lnTo>
                  <a:pt x="328" y="291"/>
                </a:lnTo>
                <a:lnTo>
                  <a:pt x="606" y="291"/>
                </a:lnTo>
                <a:cubicBezTo>
                  <a:pt x="616" y="296"/>
                  <a:pt x="620" y="302"/>
                  <a:pt x="620" y="310"/>
                </a:cubicBezTo>
                <a:cubicBezTo>
                  <a:pt x="620" y="317"/>
                  <a:pt x="616" y="324"/>
                  <a:pt x="606" y="328"/>
                </a:cubicBezTo>
                <a:lnTo>
                  <a:pt x="328" y="328"/>
                </a:lnTo>
                <a:lnTo>
                  <a:pt x="328" y="607"/>
                </a:lnTo>
                <a:cubicBezTo>
                  <a:pt x="323" y="615"/>
                  <a:pt x="318" y="620"/>
                  <a:pt x="312" y="620"/>
                </a:cubicBezTo>
                <a:lnTo>
                  <a:pt x="310" y="620"/>
                </a:lnTo>
                <a:lnTo>
                  <a:pt x="308" y="620"/>
                </a:lnTo>
                <a:cubicBezTo>
                  <a:pt x="300" y="620"/>
                  <a:pt x="295" y="615"/>
                  <a:pt x="291" y="607"/>
                </a:cubicBezTo>
                <a:lnTo>
                  <a:pt x="291" y="328"/>
                </a:lnTo>
                <a:lnTo>
                  <a:pt x="13" y="328"/>
                </a:lnTo>
                <a:cubicBezTo>
                  <a:pt x="4" y="324"/>
                  <a:pt x="0" y="318"/>
                  <a:pt x="0" y="310"/>
                </a:cubicBezTo>
                <a:cubicBezTo>
                  <a:pt x="0" y="302"/>
                  <a:pt x="4" y="296"/>
                  <a:pt x="13" y="2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794040" y="2562120"/>
            <a:ext cx="129960" cy="334800"/>
          </a:xfrm>
          <a:custGeom>
            <a:avLst/>
            <a:gdLst>
              <a:gd name="textAreaLeft" fmla="*/ 0 w 129960"/>
              <a:gd name="textAreaRight" fmla="*/ 130320 w 12996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362" h="931">
                <a:moveTo>
                  <a:pt x="342" y="0"/>
                </a:moveTo>
                <a:cubicBezTo>
                  <a:pt x="348" y="0"/>
                  <a:pt x="352" y="2"/>
                  <a:pt x="356" y="5"/>
                </a:cubicBezTo>
                <a:cubicBezTo>
                  <a:pt x="360" y="9"/>
                  <a:pt x="362" y="13"/>
                  <a:pt x="362" y="18"/>
                </a:cubicBezTo>
                <a:cubicBezTo>
                  <a:pt x="362" y="21"/>
                  <a:pt x="308" y="171"/>
                  <a:pt x="201" y="467"/>
                </a:cubicBezTo>
                <a:cubicBezTo>
                  <a:pt x="93" y="763"/>
                  <a:pt x="37" y="915"/>
                  <a:pt x="33" y="922"/>
                </a:cubicBezTo>
                <a:cubicBezTo>
                  <a:pt x="29" y="928"/>
                  <a:pt x="23" y="931"/>
                  <a:pt x="17" y="931"/>
                </a:cubicBezTo>
                <a:cubicBezTo>
                  <a:pt x="13" y="931"/>
                  <a:pt x="9" y="929"/>
                  <a:pt x="5" y="926"/>
                </a:cubicBezTo>
                <a:cubicBezTo>
                  <a:pt x="1" y="923"/>
                  <a:pt x="0" y="919"/>
                  <a:pt x="0" y="913"/>
                </a:cubicBezTo>
                <a:cubicBezTo>
                  <a:pt x="0" y="907"/>
                  <a:pt x="54" y="755"/>
                  <a:pt x="162" y="458"/>
                </a:cubicBezTo>
                <a:cubicBezTo>
                  <a:pt x="270" y="162"/>
                  <a:pt x="325" y="12"/>
                  <a:pt x="327" y="9"/>
                </a:cubicBezTo>
                <a:cubicBezTo>
                  <a:pt x="330" y="3"/>
                  <a:pt x="335" y="0"/>
                  <a:pt x="342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958560" y="2665080"/>
            <a:ext cx="95400" cy="151560"/>
          </a:xfrm>
          <a:custGeom>
            <a:avLst/>
            <a:gdLst>
              <a:gd name="textAreaLeft" fmla="*/ 0 w 95400"/>
              <a:gd name="textAreaRight" fmla="*/ 95760 w 95400"/>
              <a:gd name="textAreaTop" fmla="*/ 0 h 151560"/>
              <a:gd name="textAreaBottom" fmla="*/ 151920 h 151560"/>
            </a:gdLst>
            <a:ahLst/>
            <a:cxnLst/>
            <a:rect l="textAreaLeft" t="textAreaTop" r="textAreaRight" b="textAreaBottom"/>
            <a:pathLst>
              <a:path w="266" h="422">
                <a:moveTo>
                  <a:pt x="85" y="422"/>
                </a:moveTo>
                <a:cubicBezTo>
                  <a:pt x="68" y="422"/>
                  <a:pt x="53" y="419"/>
                  <a:pt x="41" y="412"/>
                </a:cubicBezTo>
                <a:cubicBezTo>
                  <a:pt x="29" y="406"/>
                  <a:pt x="21" y="398"/>
                  <a:pt x="15" y="389"/>
                </a:cubicBezTo>
                <a:cubicBezTo>
                  <a:pt x="10" y="380"/>
                  <a:pt x="6" y="371"/>
                  <a:pt x="4" y="363"/>
                </a:cubicBezTo>
                <a:cubicBezTo>
                  <a:pt x="2" y="356"/>
                  <a:pt x="1" y="349"/>
                  <a:pt x="0" y="343"/>
                </a:cubicBezTo>
                <a:cubicBezTo>
                  <a:pt x="0" y="333"/>
                  <a:pt x="2" y="322"/>
                  <a:pt x="7" y="310"/>
                </a:cubicBezTo>
                <a:cubicBezTo>
                  <a:pt x="11" y="298"/>
                  <a:pt x="20" y="270"/>
                  <a:pt x="35" y="226"/>
                </a:cubicBezTo>
                <a:cubicBezTo>
                  <a:pt x="49" y="183"/>
                  <a:pt x="64" y="128"/>
                  <a:pt x="81" y="63"/>
                </a:cubicBezTo>
                <a:lnTo>
                  <a:pt x="83" y="54"/>
                </a:lnTo>
                <a:cubicBezTo>
                  <a:pt x="84" y="48"/>
                  <a:pt x="85" y="44"/>
                  <a:pt x="86" y="42"/>
                </a:cubicBezTo>
                <a:cubicBezTo>
                  <a:pt x="86" y="40"/>
                  <a:pt x="88" y="37"/>
                  <a:pt x="90" y="31"/>
                </a:cubicBezTo>
                <a:cubicBezTo>
                  <a:pt x="93" y="25"/>
                  <a:pt x="95" y="21"/>
                  <a:pt x="96" y="19"/>
                </a:cubicBezTo>
                <a:cubicBezTo>
                  <a:pt x="97" y="16"/>
                  <a:pt x="100" y="14"/>
                  <a:pt x="104" y="11"/>
                </a:cubicBezTo>
                <a:cubicBezTo>
                  <a:pt x="109" y="7"/>
                  <a:pt x="113" y="5"/>
                  <a:pt x="117" y="3"/>
                </a:cubicBezTo>
                <a:cubicBezTo>
                  <a:pt x="120" y="1"/>
                  <a:pt x="126" y="0"/>
                  <a:pt x="132" y="0"/>
                </a:cubicBezTo>
                <a:cubicBezTo>
                  <a:pt x="140" y="0"/>
                  <a:pt x="147" y="2"/>
                  <a:pt x="154" y="7"/>
                </a:cubicBezTo>
                <a:cubicBezTo>
                  <a:pt x="161" y="11"/>
                  <a:pt x="164" y="19"/>
                  <a:pt x="165" y="30"/>
                </a:cubicBezTo>
                <a:cubicBezTo>
                  <a:pt x="165" y="34"/>
                  <a:pt x="161" y="50"/>
                  <a:pt x="155" y="78"/>
                </a:cubicBezTo>
                <a:cubicBezTo>
                  <a:pt x="148" y="107"/>
                  <a:pt x="138" y="144"/>
                  <a:pt x="124" y="190"/>
                </a:cubicBezTo>
                <a:cubicBezTo>
                  <a:pt x="110" y="236"/>
                  <a:pt x="97" y="277"/>
                  <a:pt x="83" y="312"/>
                </a:cubicBezTo>
                <a:cubicBezTo>
                  <a:pt x="76" y="332"/>
                  <a:pt x="73" y="349"/>
                  <a:pt x="73" y="361"/>
                </a:cubicBezTo>
                <a:cubicBezTo>
                  <a:pt x="73" y="369"/>
                  <a:pt x="73" y="374"/>
                  <a:pt x="73" y="376"/>
                </a:cubicBezTo>
                <a:cubicBezTo>
                  <a:pt x="73" y="379"/>
                  <a:pt x="74" y="381"/>
                  <a:pt x="77" y="384"/>
                </a:cubicBezTo>
                <a:cubicBezTo>
                  <a:pt x="79" y="386"/>
                  <a:pt x="83" y="387"/>
                  <a:pt x="88" y="387"/>
                </a:cubicBezTo>
                <a:lnTo>
                  <a:pt x="92" y="387"/>
                </a:lnTo>
                <a:cubicBezTo>
                  <a:pt x="129" y="387"/>
                  <a:pt x="162" y="371"/>
                  <a:pt x="193" y="339"/>
                </a:cubicBezTo>
                <a:cubicBezTo>
                  <a:pt x="203" y="326"/>
                  <a:pt x="211" y="315"/>
                  <a:pt x="217" y="305"/>
                </a:cubicBezTo>
                <a:cubicBezTo>
                  <a:pt x="223" y="295"/>
                  <a:pt x="226" y="288"/>
                  <a:pt x="226" y="283"/>
                </a:cubicBezTo>
                <a:cubicBezTo>
                  <a:pt x="226" y="278"/>
                  <a:pt x="228" y="275"/>
                  <a:pt x="231" y="273"/>
                </a:cubicBezTo>
                <a:cubicBezTo>
                  <a:pt x="234" y="271"/>
                  <a:pt x="240" y="270"/>
                  <a:pt x="248" y="269"/>
                </a:cubicBezTo>
                <a:cubicBezTo>
                  <a:pt x="253" y="269"/>
                  <a:pt x="256" y="269"/>
                  <a:pt x="258" y="269"/>
                </a:cubicBezTo>
                <a:cubicBezTo>
                  <a:pt x="260" y="269"/>
                  <a:pt x="261" y="269"/>
                  <a:pt x="263" y="270"/>
                </a:cubicBezTo>
                <a:cubicBezTo>
                  <a:pt x="264" y="271"/>
                  <a:pt x="265" y="272"/>
                  <a:pt x="265" y="273"/>
                </a:cubicBezTo>
                <a:cubicBezTo>
                  <a:pt x="266" y="274"/>
                  <a:pt x="266" y="276"/>
                  <a:pt x="265" y="278"/>
                </a:cubicBezTo>
                <a:cubicBezTo>
                  <a:pt x="265" y="301"/>
                  <a:pt x="248" y="331"/>
                  <a:pt x="212" y="368"/>
                </a:cubicBezTo>
                <a:cubicBezTo>
                  <a:pt x="178" y="404"/>
                  <a:pt x="137" y="422"/>
                  <a:pt x="90" y="422"/>
                </a:cubicBezTo>
                <a:lnTo>
                  <a:pt x="85" y="42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077720" y="2590200"/>
            <a:ext cx="133920" cy="230400"/>
          </a:xfrm>
          <a:custGeom>
            <a:avLst/>
            <a:gdLst>
              <a:gd name="textAreaLeft" fmla="*/ 0 w 133920"/>
              <a:gd name="textAreaRight" fmla="*/ 134280 w 133920"/>
              <a:gd name="textAreaTop" fmla="*/ 0 h 230400"/>
              <a:gd name="textAreaBottom" fmla="*/ 230760 h 230400"/>
            </a:gdLst>
            <a:ahLst/>
            <a:cxnLst/>
            <a:rect l="textAreaLeft" t="textAreaTop" r="textAreaRight" b="textAreaBottom"/>
            <a:pathLst>
              <a:path w="373" h="641">
                <a:moveTo>
                  <a:pt x="106" y="474"/>
                </a:moveTo>
                <a:cubicBezTo>
                  <a:pt x="106" y="489"/>
                  <a:pt x="101" y="502"/>
                  <a:pt x="92" y="512"/>
                </a:cubicBezTo>
                <a:cubicBezTo>
                  <a:pt x="82" y="522"/>
                  <a:pt x="70" y="526"/>
                  <a:pt x="55" y="526"/>
                </a:cubicBezTo>
                <a:lnTo>
                  <a:pt x="49" y="526"/>
                </a:lnTo>
                <a:cubicBezTo>
                  <a:pt x="77" y="575"/>
                  <a:pt x="115" y="600"/>
                  <a:pt x="162" y="600"/>
                </a:cubicBezTo>
                <a:cubicBezTo>
                  <a:pt x="206" y="600"/>
                  <a:pt x="237" y="581"/>
                  <a:pt x="257" y="544"/>
                </a:cubicBezTo>
                <a:cubicBezTo>
                  <a:pt x="269" y="524"/>
                  <a:pt x="275" y="484"/>
                  <a:pt x="275" y="425"/>
                </a:cubicBezTo>
                <a:cubicBezTo>
                  <a:pt x="275" y="361"/>
                  <a:pt x="266" y="318"/>
                  <a:pt x="250" y="296"/>
                </a:cubicBezTo>
                <a:cubicBezTo>
                  <a:pt x="234" y="275"/>
                  <a:pt x="216" y="265"/>
                  <a:pt x="196" y="265"/>
                </a:cubicBezTo>
                <a:lnTo>
                  <a:pt x="190" y="265"/>
                </a:lnTo>
                <a:cubicBezTo>
                  <a:pt x="142" y="265"/>
                  <a:pt x="105" y="286"/>
                  <a:pt x="80" y="328"/>
                </a:cubicBezTo>
                <a:cubicBezTo>
                  <a:pt x="78" y="333"/>
                  <a:pt x="76" y="335"/>
                  <a:pt x="74" y="336"/>
                </a:cubicBezTo>
                <a:cubicBezTo>
                  <a:pt x="72" y="336"/>
                  <a:pt x="67" y="337"/>
                  <a:pt x="60" y="338"/>
                </a:cubicBezTo>
                <a:cubicBezTo>
                  <a:pt x="49" y="338"/>
                  <a:pt x="43" y="336"/>
                  <a:pt x="42" y="332"/>
                </a:cubicBezTo>
                <a:cubicBezTo>
                  <a:pt x="41" y="330"/>
                  <a:pt x="40" y="275"/>
                  <a:pt x="40" y="169"/>
                </a:cubicBezTo>
                <a:lnTo>
                  <a:pt x="40" y="48"/>
                </a:lnTo>
                <a:cubicBezTo>
                  <a:pt x="40" y="17"/>
                  <a:pt x="42" y="2"/>
                  <a:pt x="45" y="2"/>
                </a:cubicBezTo>
                <a:cubicBezTo>
                  <a:pt x="46" y="1"/>
                  <a:pt x="48" y="0"/>
                  <a:pt x="49" y="0"/>
                </a:cubicBezTo>
                <a:cubicBezTo>
                  <a:pt x="49" y="0"/>
                  <a:pt x="56" y="2"/>
                  <a:pt x="68" y="7"/>
                </a:cubicBezTo>
                <a:cubicBezTo>
                  <a:pt x="81" y="12"/>
                  <a:pt x="98" y="17"/>
                  <a:pt x="119" y="22"/>
                </a:cubicBezTo>
                <a:cubicBezTo>
                  <a:pt x="141" y="27"/>
                  <a:pt x="164" y="30"/>
                  <a:pt x="189" y="30"/>
                </a:cubicBezTo>
                <a:cubicBezTo>
                  <a:pt x="233" y="30"/>
                  <a:pt x="275" y="21"/>
                  <a:pt x="316" y="4"/>
                </a:cubicBezTo>
                <a:cubicBezTo>
                  <a:pt x="321" y="1"/>
                  <a:pt x="325" y="0"/>
                  <a:pt x="328" y="0"/>
                </a:cubicBezTo>
                <a:cubicBezTo>
                  <a:pt x="333" y="0"/>
                  <a:pt x="335" y="6"/>
                  <a:pt x="335" y="17"/>
                </a:cubicBezTo>
                <a:lnTo>
                  <a:pt x="335" y="29"/>
                </a:lnTo>
                <a:cubicBezTo>
                  <a:pt x="284" y="89"/>
                  <a:pt x="221" y="119"/>
                  <a:pt x="145" y="119"/>
                </a:cubicBezTo>
                <a:cubicBezTo>
                  <a:pt x="125" y="119"/>
                  <a:pt x="108" y="117"/>
                  <a:pt x="92" y="113"/>
                </a:cubicBezTo>
                <a:lnTo>
                  <a:pt x="83" y="112"/>
                </a:lnTo>
                <a:lnTo>
                  <a:pt x="83" y="273"/>
                </a:lnTo>
                <a:cubicBezTo>
                  <a:pt x="95" y="264"/>
                  <a:pt x="104" y="257"/>
                  <a:pt x="111" y="252"/>
                </a:cubicBezTo>
                <a:cubicBezTo>
                  <a:pt x="118" y="247"/>
                  <a:pt x="129" y="242"/>
                  <a:pt x="145" y="237"/>
                </a:cubicBezTo>
                <a:cubicBezTo>
                  <a:pt x="160" y="232"/>
                  <a:pt x="176" y="230"/>
                  <a:pt x="192" y="230"/>
                </a:cubicBezTo>
                <a:cubicBezTo>
                  <a:pt x="242" y="230"/>
                  <a:pt x="285" y="250"/>
                  <a:pt x="319" y="290"/>
                </a:cubicBezTo>
                <a:cubicBezTo>
                  <a:pt x="354" y="331"/>
                  <a:pt x="373" y="378"/>
                  <a:pt x="373" y="433"/>
                </a:cubicBezTo>
                <a:cubicBezTo>
                  <a:pt x="373" y="491"/>
                  <a:pt x="352" y="539"/>
                  <a:pt x="312" y="579"/>
                </a:cubicBezTo>
                <a:cubicBezTo>
                  <a:pt x="272" y="620"/>
                  <a:pt x="224" y="640"/>
                  <a:pt x="167" y="641"/>
                </a:cubicBezTo>
                <a:cubicBezTo>
                  <a:pt x="117" y="641"/>
                  <a:pt x="76" y="624"/>
                  <a:pt x="46" y="591"/>
                </a:cubicBezTo>
                <a:cubicBezTo>
                  <a:pt x="16" y="557"/>
                  <a:pt x="0" y="519"/>
                  <a:pt x="0" y="477"/>
                </a:cubicBezTo>
                <a:cubicBezTo>
                  <a:pt x="0" y="462"/>
                  <a:pt x="4" y="451"/>
                  <a:pt x="11" y="442"/>
                </a:cubicBezTo>
                <a:cubicBezTo>
                  <a:pt x="17" y="433"/>
                  <a:pt x="25" y="428"/>
                  <a:pt x="32" y="425"/>
                </a:cubicBezTo>
                <a:cubicBezTo>
                  <a:pt x="39" y="423"/>
                  <a:pt x="47" y="421"/>
                  <a:pt x="53" y="421"/>
                </a:cubicBezTo>
                <a:cubicBezTo>
                  <a:pt x="69" y="421"/>
                  <a:pt x="82" y="427"/>
                  <a:pt x="92" y="437"/>
                </a:cubicBezTo>
                <a:cubicBezTo>
                  <a:pt x="101" y="448"/>
                  <a:pt x="106" y="460"/>
                  <a:pt x="106" y="47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300320" y="2523960"/>
            <a:ext cx="22136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Sum Reduction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599840" y="3085920"/>
            <a:ext cx="95400" cy="95400"/>
          </a:xfrm>
          <a:custGeom>
            <a:avLst/>
            <a:gdLst>
              <a:gd name="textAreaLeft" fmla="*/ 0 w 95400"/>
              <a:gd name="textAreaRight" fmla="*/ 95760 w 9540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6" h="266">
                <a:moveTo>
                  <a:pt x="266" y="133"/>
                </a:moveTo>
                <a:cubicBezTo>
                  <a:pt x="266" y="151"/>
                  <a:pt x="263" y="168"/>
                  <a:pt x="256" y="184"/>
                </a:cubicBezTo>
                <a:cubicBezTo>
                  <a:pt x="249" y="200"/>
                  <a:pt x="240" y="214"/>
                  <a:pt x="227" y="227"/>
                </a:cubicBezTo>
                <a:cubicBezTo>
                  <a:pt x="215" y="239"/>
                  <a:pt x="201" y="249"/>
                  <a:pt x="184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6"/>
                  <a:pt x="27" y="52"/>
                  <a:pt x="39" y="40"/>
                </a:cubicBezTo>
                <a:cubicBezTo>
                  <a:pt x="52" y="27"/>
                  <a:pt x="66" y="18"/>
                  <a:pt x="82" y="11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4" y="11"/>
                </a:cubicBezTo>
                <a:cubicBezTo>
                  <a:pt x="201" y="18"/>
                  <a:pt x="215" y="27"/>
                  <a:pt x="227" y="40"/>
                </a:cubicBezTo>
                <a:cubicBezTo>
                  <a:pt x="240" y="52"/>
                  <a:pt x="249" y="66"/>
                  <a:pt x="256" y="83"/>
                </a:cubicBezTo>
                <a:cubicBezTo>
                  <a:pt x="263" y="99"/>
                  <a:pt x="266" y="116"/>
                  <a:pt x="266" y="13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230360" y="2523960"/>
            <a:ext cx="275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044960" y="3085920"/>
            <a:ext cx="95400" cy="151200"/>
          </a:xfrm>
          <a:custGeom>
            <a:avLst/>
            <a:gdLst>
              <a:gd name="textAreaLeft" fmla="*/ 0 w 95400"/>
              <a:gd name="textAreaRight" fmla="*/ 95760 w 95400"/>
              <a:gd name="textAreaTop" fmla="*/ 0 h 151200"/>
              <a:gd name="textAreaBottom" fmla="*/ 151560 h 151200"/>
            </a:gdLst>
            <a:ahLst/>
            <a:cxnLst/>
            <a:rect l="textAreaLeft" t="textAreaTop" r="textAreaRight" b="textAreaBottom"/>
            <a:pathLst>
              <a:path w="266" h="421">
                <a:moveTo>
                  <a:pt x="85" y="421"/>
                </a:moveTo>
                <a:cubicBezTo>
                  <a:pt x="67" y="421"/>
                  <a:pt x="53" y="418"/>
                  <a:pt x="41" y="412"/>
                </a:cubicBezTo>
                <a:cubicBezTo>
                  <a:pt x="29" y="406"/>
                  <a:pt x="20" y="398"/>
                  <a:pt x="15" y="389"/>
                </a:cubicBezTo>
                <a:cubicBezTo>
                  <a:pt x="9" y="379"/>
                  <a:pt x="6" y="371"/>
                  <a:pt x="4" y="364"/>
                </a:cubicBezTo>
                <a:cubicBezTo>
                  <a:pt x="2" y="356"/>
                  <a:pt x="1" y="349"/>
                  <a:pt x="0" y="343"/>
                </a:cubicBezTo>
                <a:cubicBezTo>
                  <a:pt x="0" y="334"/>
                  <a:pt x="2" y="323"/>
                  <a:pt x="7" y="311"/>
                </a:cubicBezTo>
                <a:cubicBezTo>
                  <a:pt x="11" y="298"/>
                  <a:pt x="20" y="270"/>
                  <a:pt x="34" y="227"/>
                </a:cubicBezTo>
                <a:cubicBezTo>
                  <a:pt x="49" y="184"/>
                  <a:pt x="64" y="129"/>
                  <a:pt x="81" y="63"/>
                </a:cubicBezTo>
                <a:lnTo>
                  <a:pt x="83" y="55"/>
                </a:lnTo>
                <a:cubicBezTo>
                  <a:pt x="84" y="49"/>
                  <a:pt x="85" y="45"/>
                  <a:pt x="86" y="43"/>
                </a:cubicBezTo>
                <a:cubicBezTo>
                  <a:pt x="86" y="41"/>
                  <a:pt x="88" y="36"/>
                  <a:pt x="90" y="31"/>
                </a:cubicBezTo>
                <a:cubicBezTo>
                  <a:pt x="93" y="25"/>
                  <a:pt x="95" y="21"/>
                  <a:pt x="96" y="19"/>
                </a:cubicBezTo>
                <a:cubicBezTo>
                  <a:pt x="97" y="16"/>
                  <a:pt x="100" y="13"/>
                  <a:pt x="104" y="10"/>
                </a:cubicBezTo>
                <a:cubicBezTo>
                  <a:pt x="108" y="7"/>
                  <a:pt x="112" y="5"/>
                  <a:pt x="116" y="3"/>
                </a:cubicBezTo>
                <a:cubicBezTo>
                  <a:pt x="120" y="1"/>
                  <a:pt x="125" y="0"/>
                  <a:pt x="132" y="0"/>
                </a:cubicBezTo>
                <a:cubicBezTo>
                  <a:pt x="139" y="0"/>
                  <a:pt x="147" y="2"/>
                  <a:pt x="153" y="7"/>
                </a:cubicBezTo>
                <a:cubicBezTo>
                  <a:pt x="160" y="11"/>
                  <a:pt x="164" y="19"/>
                  <a:pt x="165" y="30"/>
                </a:cubicBezTo>
                <a:cubicBezTo>
                  <a:pt x="165" y="34"/>
                  <a:pt x="161" y="51"/>
                  <a:pt x="154" y="79"/>
                </a:cubicBezTo>
                <a:cubicBezTo>
                  <a:pt x="147" y="108"/>
                  <a:pt x="137" y="145"/>
                  <a:pt x="124" y="191"/>
                </a:cubicBezTo>
                <a:cubicBezTo>
                  <a:pt x="110" y="237"/>
                  <a:pt x="96" y="277"/>
                  <a:pt x="83" y="313"/>
                </a:cubicBezTo>
                <a:cubicBezTo>
                  <a:pt x="76" y="333"/>
                  <a:pt x="73" y="349"/>
                  <a:pt x="73" y="362"/>
                </a:cubicBezTo>
                <a:cubicBezTo>
                  <a:pt x="73" y="369"/>
                  <a:pt x="73" y="373"/>
                  <a:pt x="73" y="376"/>
                </a:cubicBezTo>
                <a:cubicBezTo>
                  <a:pt x="73" y="378"/>
                  <a:pt x="74" y="381"/>
                  <a:pt x="76" y="383"/>
                </a:cubicBezTo>
                <a:cubicBezTo>
                  <a:pt x="79" y="386"/>
                  <a:pt x="82" y="387"/>
                  <a:pt x="87" y="387"/>
                </a:cubicBezTo>
                <a:lnTo>
                  <a:pt x="92" y="387"/>
                </a:lnTo>
                <a:cubicBezTo>
                  <a:pt x="129" y="387"/>
                  <a:pt x="162" y="371"/>
                  <a:pt x="192" y="340"/>
                </a:cubicBezTo>
                <a:cubicBezTo>
                  <a:pt x="203" y="327"/>
                  <a:pt x="211" y="316"/>
                  <a:pt x="217" y="306"/>
                </a:cubicBezTo>
                <a:cubicBezTo>
                  <a:pt x="222" y="296"/>
                  <a:pt x="225" y="289"/>
                  <a:pt x="225" y="284"/>
                </a:cubicBezTo>
                <a:cubicBezTo>
                  <a:pt x="225" y="279"/>
                  <a:pt x="227" y="275"/>
                  <a:pt x="230" y="274"/>
                </a:cubicBezTo>
                <a:cubicBezTo>
                  <a:pt x="233" y="272"/>
                  <a:pt x="238" y="270"/>
                  <a:pt x="246" y="270"/>
                </a:cubicBezTo>
                <a:cubicBezTo>
                  <a:pt x="252" y="270"/>
                  <a:pt x="256" y="270"/>
                  <a:pt x="258" y="270"/>
                </a:cubicBezTo>
                <a:cubicBezTo>
                  <a:pt x="259" y="270"/>
                  <a:pt x="261" y="270"/>
                  <a:pt x="262" y="271"/>
                </a:cubicBezTo>
                <a:cubicBezTo>
                  <a:pt x="263" y="271"/>
                  <a:pt x="264" y="272"/>
                  <a:pt x="265" y="274"/>
                </a:cubicBezTo>
                <a:cubicBezTo>
                  <a:pt x="266" y="275"/>
                  <a:pt x="266" y="277"/>
                  <a:pt x="265" y="279"/>
                </a:cubicBezTo>
                <a:cubicBezTo>
                  <a:pt x="265" y="302"/>
                  <a:pt x="247" y="331"/>
                  <a:pt x="212" y="367"/>
                </a:cubicBezTo>
                <a:cubicBezTo>
                  <a:pt x="177" y="403"/>
                  <a:pt x="137" y="421"/>
                  <a:pt x="90" y="421"/>
                </a:cubicBezTo>
                <a:lnTo>
                  <a:pt x="85" y="42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852560" y="2933640"/>
            <a:ext cx="21783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Integer function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599840" y="3571560"/>
            <a:ext cx="95400" cy="95400"/>
          </a:xfrm>
          <a:custGeom>
            <a:avLst/>
            <a:gdLst>
              <a:gd name="textAreaLeft" fmla="*/ 0 w 95400"/>
              <a:gd name="textAreaRight" fmla="*/ 95760 w 9540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6" y="183"/>
                </a:cubicBezTo>
                <a:cubicBezTo>
                  <a:pt x="249" y="199"/>
                  <a:pt x="240" y="214"/>
                  <a:pt x="227" y="226"/>
                </a:cubicBezTo>
                <a:cubicBezTo>
                  <a:pt x="215" y="239"/>
                  <a:pt x="201" y="249"/>
                  <a:pt x="184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4" y="10"/>
                </a:cubicBezTo>
                <a:cubicBezTo>
                  <a:pt x="201" y="17"/>
                  <a:pt x="215" y="27"/>
                  <a:pt x="227" y="39"/>
                </a:cubicBezTo>
                <a:cubicBezTo>
                  <a:pt x="240" y="52"/>
                  <a:pt x="249" y="66"/>
                  <a:pt x="256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4152240" y="2933640"/>
            <a:ext cx="47494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produces a vector of ﬁrst 5 integers.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837960" y="3513240"/>
            <a:ext cx="223200" cy="222840"/>
          </a:xfrm>
          <a:custGeom>
            <a:avLst/>
            <a:gdLst>
              <a:gd name="textAreaLeft" fmla="*/ 0 w 223200"/>
              <a:gd name="textAreaRight" fmla="*/ 223560 w 22320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621" h="620">
                <a:moveTo>
                  <a:pt x="14" y="291"/>
                </a:moveTo>
                <a:lnTo>
                  <a:pt x="293" y="291"/>
                </a:lnTo>
                <a:lnTo>
                  <a:pt x="293" y="152"/>
                </a:lnTo>
                <a:lnTo>
                  <a:pt x="294" y="12"/>
                </a:lnTo>
                <a:cubicBezTo>
                  <a:pt x="300" y="4"/>
                  <a:pt x="306" y="0"/>
                  <a:pt x="311" y="0"/>
                </a:cubicBezTo>
                <a:cubicBezTo>
                  <a:pt x="319" y="0"/>
                  <a:pt x="325" y="5"/>
                  <a:pt x="330" y="14"/>
                </a:cubicBezTo>
                <a:lnTo>
                  <a:pt x="330" y="291"/>
                </a:lnTo>
                <a:lnTo>
                  <a:pt x="607" y="291"/>
                </a:lnTo>
                <a:cubicBezTo>
                  <a:pt x="616" y="296"/>
                  <a:pt x="621" y="303"/>
                  <a:pt x="621" y="310"/>
                </a:cubicBezTo>
                <a:cubicBezTo>
                  <a:pt x="621" y="317"/>
                  <a:pt x="616" y="324"/>
                  <a:pt x="607" y="329"/>
                </a:cubicBezTo>
                <a:lnTo>
                  <a:pt x="330" y="329"/>
                </a:lnTo>
                <a:lnTo>
                  <a:pt x="330" y="607"/>
                </a:lnTo>
                <a:cubicBezTo>
                  <a:pt x="325" y="615"/>
                  <a:pt x="319" y="620"/>
                  <a:pt x="313" y="620"/>
                </a:cubicBezTo>
                <a:lnTo>
                  <a:pt x="311" y="620"/>
                </a:lnTo>
                <a:lnTo>
                  <a:pt x="309" y="620"/>
                </a:lnTo>
                <a:cubicBezTo>
                  <a:pt x="302" y="620"/>
                  <a:pt x="296" y="615"/>
                  <a:pt x="293" y="607"/>
                </a:cubicBezTo>
                <a:lnTo>
                  <a:pt x="293" y="329"/>
                </a:lnTo>
                <a:lnTo>
                  <a:pt x="14" y="329"/>
                </a:lnTo>
                <a:cubicBezTo>
                  <a:pt x="5" y="324"/>
                  <a:pt x="0" y="318"/>
                  <a:pt x="0" y="310"/>
                </a:cubicBezTo>
                <a:cubicBezTo>
                  <a:pt x="0" y="302"/>
                  <a:pt x="5" y="296"/>
                  <a:pt x="14" y="2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098600" y="3457440"/>
            <a:ext cx="129960" cy="334800"/>
          </a:xfrm>
          <a:custGeom>
            <a:avLst/>
            <a:gdLst>
              <a:gd name="textAreaLeft" fmla="*/ 0 w 129960"/>
              <a:gd name="textAreaRight" fmla="*/ 130320 w 12996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362" h="931">
                <a:moveTo>
                  <a:pt x="343" y="0"/>
                </a:moveTo>
                <a:cubicBezTo>
                  <a:pt x="348" y="0"/>
                  <a:pt x="353" y="2"/>
                  <a:pt x="356" y="5"/>
                </a:cubicBezTo>
                <a:cubicBezTo>
                  <a:pt x="360" y="9"/>
                  <a:pt x="362" y="14"/>
                  <a:pt x="362" y="18"/>
                </a:cubicBezTo>
                <a:cubicBezTo>
                  <a:pt x="362" y="22"/>
                  <a:pt x="307" y="172"/>
                  <a:pt x="200" y="468"/>
                </a:cubicBezTo>
                <a:cubicBezTo>
                  <a:pt x="93" y="764"/>
                  <a:pt x="37" y="915"/>
                  <a:pt x="34" y="922"/>
                </a:cubicBezTo>
                <a:cubicBezTo>
                  <a:pt x="29" y="928"/>
                  <a:pt x="24" y="931"/>
                  <a:pt x="18" y="931"/>
                </a:cubicBezTo>
                <a:cubicBezTo>
                  <a:pt x="13" y="931"/>
                  <a:pt x="9" y="930"/>
                  <a:pt x="6" y="926"/>
                </a:cubicBezTo>
                <a:cubicBezTo>
                  <a:pt x="2" y="923"/>
                  <a:pt x="0" y="919"/>
                  <a:pt x="0" y="913"/>
                </a:cubicBezTo>
                <a:cubicBezTo>
                  <a:pt x="0" y="907"/>
                  <a:pt x="54" y="756"/>
                  <a:pt x="162" y="459"/>
                </a:cubicBezTo>
                <a:cubicBezTo>
                  <a:pt x="270" y="163"/>
                  <a:pt x="326" y="12"/>
                  <a:pt x="328" y="9"/>
                </a:cubicBezTo>
                <a:cubicBezTo>
                  <a:pt x="330" y="3"/>
                  <a:pt x="335" y="0"/>
                  <a:pt x="343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852560" y="3419640"/>
            <a:ext cx="19738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Sum reduction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28480" y="3485880"/>
            <a:ext cx="115200" cy="223200"/>
          </a:xfrm>
          <a:custGeom>
            <a:avLst/>
            <a:gdLst>
              <a:gd name="textAreaLeft" fmla="*/ 0 w 115200"/>
              <a:gd name="textAreaRight" fmla="*/ 115560 w 115200"/>
              <a:gd name="textAreaTop" fmla="*/ 0 h 223200"/>
              <a:gd name="textAreaBottom" fmla="*/ 223560 h 223200"/>
            </a:gdLst>
            <a:ahLst/>
            <a:cxnLst/>
            <a:rect l="textAreaLeft" t="textAreaTop" r="textAreaRight" b="textAreaBottom"/>
            <a:pathLst>
              <a:path w="321" h="621">
                <a:moveTo>
                  <a:pt x="122" y="82"/>
                </a:moveTo>
                <a:lnTo>
                  <a:pt x="110" y="87"/>
                </a:lnTo>
                <a:cubicBezTo>
                  <a:pt x="101" y="90"/>
                  <a:pt x="89" y="93"/>
                  <a:pt x="73" y="96"/>
                </a:cubicBezTo>
                <a:cubicBezTo>
                  <a:pt x="56" y="99"/>
                  <a:pt x="38" y="101"/>
                  <a:pt x="19" y="103"/>
                </a:cubicBezTo>
                <a:lnTo>
                  <a:pt x="0" y="103"/>
                </a:lnTo>
                <a:lnTo>
                  <a:pt x="0" y="60"/>
                </a:lnTo>
                <a:lnTo>
                  <a:pt x="19" y="60"/>
                </a:lnTo>
                <a:cubicBezTo>
                  <a:pt x="48" y="59"/>
                  <a:pt x="75" y="54"/>
                  <a:pt x="100" y="46"/>
                </a:cubicBezTo>
                <a:cubicBezTo>
                  <a:pt x="124" y="38"/>
                  <a:pt x="142" y="30"/>
                  <a:pt x="152" y="24"/>
                </a:cubicBezTo>
                <a:cubicBezTo>
                  <a:pt x="162" y="17"/>
                  <a:pt x="170" y="10"/>
                  <a:pt x="178" y="3"/>
                </a:cubicBezTo>
                <a:cubicBezTo>
                  <a:pt x="179" y="1"/>
                  <a:pt x="183" y="0"/>
                  <a:pt x="189" y="0"/>
                </a:cubicBezTo>
                <a:cubicBezTo>
                  <a:pt x="194" y="0"/>
                  <a:pt x="200" y="2"/>
                  <a:pt x="205" y="6"/>
                </a:cubicBezTo>
                <a:lnTo>
                  <a:pt x="205" y="284"/>
                </a:lnTo>
                <a:lnTo>
                  <a:pt x="206" y="564"/>
                </a:lnTo>
                <a:cubicBezTo>
                  <a:pt x="210" y="568"/>
                  <a:pt x="214" y="571"/>
                  <a:pt x="217" y="572"/>
                </a:cubicBezTo>
                <a:cubicBezTo>
                  <a:pt x="220" y="574"/>
                  <a:pt x="227" y="575"/>
                  <a:pt x="239" y="576"/>
                </a:cubicBezTo>
                <a:cubicBezTo>
                  <a:pt x="251" y="577"/>
                  <a:pt x="270" y="578"/>
                  <a:pt x="297" y="578"/>
                </a:cubicBezTo>
                <a:lnTo>
                  <a:pt x="321" y="578"/>
                </a:lnTo>
                <a:lnTo>
                  <a:pt x="321" y="621"/>
                </a:lnTo>
                <a:lnTo>
                  <a:pt x="311" y="621"/>
                </a:lnTo>
                <a:cubicBezTo>
                  <a:pt x="298" y="619"/>
                  <a:pt x="248" y="618"/>
                  <a:pt x="163" y="618"/>
                </a:cubicBezTo>
                <a:cubicBezTo>
                  <a:pt x="78" y="618"/>
                  <a:pt x="30" y="619"/>
                  <a:pt x="17" y="621"/>
                </a:cubicBezTo>
                <a:lnTo>
                  <a:pt x="5" y="621"/>
                </a:lnTo>
                <a:lnTo>
                  <a:pt x="5" y="578"/>
                </a:lnTo>
                <a:lnTo>
                  <a:pt x="30" y="578"/>
                </a:lnTo>
                <a:cubicBezTo>
                  <a:pt x="43" y="578"/>
                  <a:pt x="55" y="578"/>
                  <a:pt x="65" y="578"/>
                </a:cubicBezTo>
                <a:cubicBezTo>
                  <a:pt x="75" y="578"/>
                  <a:pt x="83" y="578"/>
                  <a:pt x="88" y="577"/>
                </a:cubicBezTo>
                <a:cubicBezTo>
                  <a:pt x="94" y="576"/>
                  <a:pt x="99" y="575"/>
                  <a:pt x="103" y="574"/>
                </a:cubicBezTo>
                <a:cubicBezTo>
                  <a:pt x="108" y="573"/>
                  <a:pt x="110" y="572"/>
                  <a:pt x="111" y="572"/>
                </a:cubicBezTo>
                <a:cubicBezTo>
                  <a:pt x="111" y="572"/>
                  <a:pt x="113" y="571"/>
                  <a:pt x="116" y="568"/>
                </a:cubicBezTo>
                <a:cubicBezTo>
                  <a:pt x="119" y="565"/>
                  <a:pt x="121" y="563"/>
                  <a:pt x="122" y="564"/>
                </a:cubicBezTo>
                <a:lnTo>
                  <a:pt x="122" y="8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984720" y="3485880"/>
            <a:ext cx="133560" cy="230400"/>
          </a:xfrm>
          <a:custGeom>
            <a:avLst/>
            <a:gdLst>
              <a:gd name="textAreaLeft" fmla="*/ 0 w 133560"/>
              <a:gd name="textAreaRight" fmla="*/ 133920 w 133560"/>
              <a:gd name="textAreaTop" fmla="*/ 0 h 230400"/>
              <a:gd name="textAreaBottom" fmla="*/ 230760 h 230400"/>
            </a:gdLst>
            <a:ahLst/>
            <a:cxnLst/>
            <a:rect l="textAreaLeft" t="textAreaTop" r="textAreaRight" b="textAreaBottom"/>
            <a:pathLst>
              <a:path w="372" h="641">
                <a:moveTo>
                  <a:pt x="107" y="475"/>
                </a:moveTo>
                <a:cubicBezTo>
                  <a:pt x="107" y="490"/>
                  <a:pt x="102" y="502"/>
                  <a:pt x="93" y="512"/>
                </a:cubicBezTo>
                <a:cubicBezTo>
                  <a:pt x="83" y="522"/>
                  <a:pt x="69" y="527"/>
                  <a:pt x="55" y="527"/>
                </a:cubicBezTo>
                <a:lnTo>
                  <a:pt x="49" y="527"/>
                </a:lnTo>
                <a:cubicBezTo>
                  <a:pt x="78" y="576"/>
                  <a:pt x="116" y="600"/>
                  <a:pt x="163" y="600"/>
                </a:cubicBezTo>
                <a:cubicBezTo>
                  <a:pt x="207" y="600"/>
                  <a:pt x="238" y="582"/>
                  <a:pt x="258" y="544"/>
                </a:cubicBezTo>
                <a:cubicBezTo>
                  <a:pt x="270" y="524"/>
                  <a:pt x="276" y="484"/>
                  <a:pt x="276" y="425"/>
                </a:cubicBezTo>
                <a:cubicBezTo>
                  <a:pt x="276" y="362"/>
                  <a:pt x="267" y="318"/>
                  <a:pt x="251" y="296"/>
                </a:cubicBezTo>
                <a:cubicBezTo>
                  <a:pt x="235" y="276"/>
                  <a:pt x="217" y="265"/>
                  <a:pt x="197" y="265"/>
                </a:cubicBezTo>
                <a:lnTo>
                  <a:pt x="191" y="265"/>
                </a:lnTo>
                <a:cubicBezTo>
                  <a:pt x="143" y="265"/>
                  <a:pt x="106" y="287"/>
                  <a:pt x="81" y="329"/>
                </a:cubicBezTo>
                <a:cubicBezTo>
                  <a:pt x="79" y="333"/>
                  <a:pt x="77" y="335"/>
                  <a:pt x="74" y="336"/>
                </a:cubicBezTo>
                <a:cubicBezTo>
                  <a:pt x="72" y="337"/>
                  <a:pt x="67" y="337"/>
                  <a:pt x="60" y="338"/>
                </a:cubicBezTo>
                <a:cubicBezTo>
                  <a:pt x="49" y="338"/>
                  <a:pt x="43" y="336"/>
                  <a:pt x="42" y="332"/>
                </a:cubicBezTo>
                <a:cubicBezTo>
                  <a:pt x="41" y="330"/>
                  <a:pt x="40" y="276"/>
                  <a:pt x="40" y="169"/>
                </a:cubicBezTo>
                <a:lnTo>
                  <a:pt x="40" y="49"/>
                </a:lnTo>
                <a:cubicBezTo>
                  <a:pt x="40" y="18"/>
                  <a:pt x="42" y="2"/>
                  <a:pt x="45" y="2"/>
                </a:cubicBezTo>
                <a:cubicBezTo>
                  <a:pt x="46" y="1"/>
                  <a:pt x="47" y="0"/>
                  <a:pt x="49" y="0"/>
                </a:cubicBezTo>
                <a:cubicBezTo>
                  <a:pt x="49" y="0"/>
                  <a:pt x="56" y="3"/>
                  <a:pt x="68" y="8"/>
                </a:cubicBezTo>
                <a:cubicBezTo>
                  <a:pt x="82" y="13"/>
                  <a:pt x="99" y="18"/>
                  <a:pt x="120" y="23"/>
                </a:cubicBezTo>
                <a:cubicBezTo>
                  <a:pt x="142" y="28"/>
                  <a:pt x="165" y="30"/>
                  <a:pt x="190" y="30"/>
                </a:cubicBezTo>
                <a:cubicBezTo>
                  <a:pt x="234" y="30"/>
                  <a:pt x="276" y="21"/>
                  <a:pt x="317" y="4"/>
                </a:cubicBezTo>
                <a:cubicBezTo>
                  <a:pt x="322" y="1"/>
                  <a:pt x="326" y="0"/>
                  <a:pt x="329" y="0"/>
                </a:cubicBezTo>
                <a:cubicBezTo>
                  <a:pt x="334" y="0"/>
                  <a:pt x="336" y="6"/>
                  <a:pt x="336" y="17"/>
                </a:cubicBezTo>
                <a:lnTo>
                  <a:pt x="336" y="29"/>
                </a:lnTo>
                <a:cubicBezTo>
                  <a:pt x="285" y="89"/>
                  <a:pt x="222" y="119"/>
                  <a:pt x="146" y="119"/>
                </a:cubicBezTo>
                <a:cubicBezTo>
                  <a:pt x="126" y="119"/>
                  <a:pt x="109" y="117"/>
                  <a:pt x="93" y="114"/>
                </a:cubicBezTo>
                <a:lnTo>
                  <a:pt x="84" y="112"/>
                </a:lnTo>
                <a:lnTo>
                  <a:pt x="84" y="273"/>
                </a:lnTo>
                <a:cubicBezTo>
                  <a:pt x="96" y="264"/>
                  <a:pt x="105" y="257"/>
                  <a:pt x="112" y="252"/>
                </a:cubicBezTo>
                <a:cubicBezTo>
                  <a:pt x="119" y="247"/>
                  <a:pt x="130" y="242"/>
                  <a:pt x="146" y="238"/>
                </a:cubicBezTo>
                <a:cubicBezTo>
                  <a:pt x="161" y="233"/>
                  <a:pt x="177" y="230"/>
                  <a:pt x="193" y="230"/>
                </a:cubicBezTo>
                <a:cubicBezTo>
                  <a:pt x="243" y="230"/>
                  <a:pt x="286" y="250"/>
                  <a:pt x="320" y="291"/>
                </a:cubicBezTo>
                <a:cubicBezTo>
                  <a:pt x="355" y="331"/>
                  <a:pt x="372" y="379"/>
                  <a:pt x="372" y="434"/>
                </a:cubicBezTo>
                <a:cubicBezTo>
                  <a:pt x="372" y="491"/>
                  <a:pt x="353" y="540"/>
                  <a:pt x="313" y="580"/>
                </a:cubicBezTo>
                <a:cubicBezTo>
                  <a:pt x="273" y="620"/>
                  <a:pt x="225" y="641"/>
                  <a:pt x="168" y="641"/>
                </a:cubicBezTo>
                <a:cubicBezTo>
                  <a:pt x="118" y="641"/>
                  <a:pt x="77" y="624"/>
                  <a:pt x="46" y="591"/>
                </a:cubicBezTo>
                <a:cubicBezTo>
                  <a:pt x="16" y="557"/>
                  <a:pt x="0" y="520"/>
                  <a:pt x="0" y="477"/>
                </a:cubicBezTo>
                <a:cubicBezTo>
                  <a:pt x="0" y="463"/>
                  <a:pt x="4" y="451"/>
                  <a:pt x="11" y="442"/>
                </a:cubicBezTo>
                <a:cubicBezTo>
                  <a:pt x="17" y="433"/>
                  <a:pt x="25" y="428"/>
                  <a:pt x="32" y="425"/>
                </a:cubicBezTo>
                <a:cubicBezTo>
                  <a:pt x="39" y="423"/>
                  <a:pt x="47" y="422"/>
                  <a:pt x="53" y="422"/>
                </a:cubicBezTo>
                <a:cubicBezTo>
                  <a:pt x="69" y="422"/>
                  <a:pt x="83" y="427"/>
                  <a:pt x="93" y="438"/>
                </a:cubicBezTo>
                <a:cubicBezTo>
                  <a:pt x="102" y="448"/>
                  <a:pt x="107" y="460"/>
                  <a:pt x="107" y="47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4251240" y="3419640"/>
            <a:ext cx="2543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adds them to yield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47600" y="405756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132680" y="3419640"/>
            <a:ext cx="275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781000" y="3999240"/>
            <a:ext cx="222840" cy="222480"/>
          </a:xfrm>
          <a:custGeom>
            <a:avLst/>
            <a:gdLst>
              <a:gd name="textAreaLeft" fmla="*/ 0 w 222840"/>
              <a:gd name="textAreaRight" fmla="*/ 223200 w 222840"/>
              <a:gd name="textAreaTop" fmla="*/ 0 h 222480"/>
              <a:gd name="textAreaBottom" fmla="*/ 222840 h 222480"/>
            </a:gdLst>
            <a:ahLst/>
            <a:cxnLst/>
            <a:rect l="textAreaLeft" t="textAreaTop" r="textAreaRight" b="textAreaBottom"/>
            <a:pathLst>
              <a:path w="620" h="619">
                <a:moveTo>
                  <a:pt x="14" y="291"/>
                </a:moveTo>
                <a:lnTo>
                  <a:pt x="292" y="291"/>
                </a:lnTo>
                <a:lnTo>
                  <a:pt x="292" y="151"/>
                </a:lnTo>
                <a:lnTo>
                  <a:pt x="293" y="12"/>
                </a:lnTo>
                <a:cubicBezTo>
                  <a:pt x="299" y="4"/>
                  <a:pt x="305" y="0"/>
                  <a:pt x="310" y="0"/>
                </a:cubicBezTo>
                <a:cubicBezTo>
                  <a:pt x="319" y="0"/>
                  <a:pt x="325" y="4"/>
                  <a:pt x="329" y="14"/>
                </a:cubicBezTo>
                <a:lnTo>
                  <a:pt x="329" y="291"/>
                </a:lnTo>
                <a:lnTo>
                  <a:pt x="606" y="291"/>
                </a:lnTo>
                <a:cubicBezTo>
                  <a:pt x="616" y="296"/>
                  <a:pt x="620" y="302"/>
                  <a:pt x="620" y="309"/>
                </a:cubicBezTo>
                <a:cubicBezTo>
                  <a:pt x="620" y="317"/>
                  <a:pt x="616" y="323"/>
                  <a:pt x="606" y="329"/>
                </a:cubicBezTo>
                <a:lnTo>
                  <a:pt x="329" y="329"/>
                </a:lnTo>
                <a:lnTo>
                  <a:pt x="329" y="606"/>
                </a:lnTo>
                <a:cubicBezTo>
                  <a:pt x="324" y="615"/>
                  <a:pt x="319" y="619"/>
                  <a:pt x="312" y="619"/>
                </a:cubicBezTo>
                <a:lnTo>
                  <a:pt x="310" y="619"/>
                </a:lnTo>
                <a:lnTo>
                  <a:pt x="309" y="619"/>
                </a:lnTo>
                <a:cubicBezTo>
                  <a:pt x="301" y="619"/>
                  <a:pt x="296" y="615"/>
                  <a:pt x="292" y="606"/>
                </a:cubicBezTo>
                <a:lnTo>
                  <a:pt x="292" y="329"/>
                </a:lnTo>
                <a:lnTo>
                  <a:pt x="14" y="329"/>
                </a:lnTo>
                <a:cubicBezTo>
                  <a:pt x="4" y="324"/>
                  <a:pt x="0" y="317"/>
                  <a:pt x="0" y="309"/>
                </a:cubicBezTo>
                <a:cubicBezTo>
                  <a:pt x="0" y="301"/>
                  <a:pt x="4" y="295"/>
                  <a:pt x="14" y="2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041280" y="3943080"/>
            <a:ext cx="129960" cy="334800"/>
          </a:xfrm>
          <a:custGeom>
            <a:avLst/>
            <a:gdLst>
              <a:gd name="textAreaLeft" fmla="*/ 0 w 129960"/>
              <a:gd name="textAreaRight" fmla="*/ 130320 w 12996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362" h="931">
                <a:moveTo>
                  <a:pt x="0" y="18"/>
                </a:moveTo>
                <a:cubicBezTo>
                  <a:pt x="0" y="12"/>
                  <a:pt x="2" y="8"/>
                  <a:pt x="6" y="5"/>
                </a:cubicBezTo>
                <a:cubicBezTo>
                  <a:pt x="10" y="2"/>
                  <a:pt x="15" y="0"/>
                  <a:pt x="19" y="0"/>
                </a:cubicBezTo>
                <a:cubicBezTo>
                  <a:pt x="25" y="0"/>
                  <a:pt x="31" y="3"/>
                  <a:pt x="35" y="10"/>
                </a:cubicBezTo>
                <a:cubicBezTo>
                  <a:pt x="37" y="14"/>
                  <a:pt x="93" y="164"/>
                  <a:pt x="200" y="461"/>
                </a:cubicBezTo>
                <a:cubicBezTo>
                  <a:pt x="308" y="758"/>
                  <a:pt x="362" y="909"/>
                  <a:pt x="362" y="914"/>
                </a:cubicBezTo>
                <a:cubicBezTo>
                  <a:pt x="362" y="919"/>
                  <a:pt x="360" y="923"/>
                  <a:pt x="357" y="926"/>
                </a:cubicBezTo>
                <a:cubicBezTo>
                  <a:pt x="353" y="929"/>
                  <a:pt x="349" y="931"/>
                  <a:pt x="344" y="931"/>
                </a:cubicBezTo>
                <a:cubicBezTo>
                  <a:pt x="337" y="931"/>
                  <a:pt x="332" y="928"/>
                  <a:pt x="328" y="922"/>
                </a:cubicBezTo>
                <a:cubicBezTo>
                  <a:pt x="326" y="920"/>
                  <a:pt x="271" y="770"/>
                  <a:pt x="163" y="473"/>
                </a:cubicBezTo>
                <a:cubicBezTo>
                  <a:pt x="55" y="176"/>
                  <a:pt x="0" y="25"/>
                  <a:pt x="0" y="1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206160" y="4046400"/>
            <a:ext cx="95400" cy="151200"/>
          </a:xfrm>
          <a:custGeom>
            <a:avLst/>
            <a:gdLst>
              <a:gd name="textAreaLeft" fmla="*/ 0 w 95400"/>
              <a:gd name="textAreaRight" fmla="*/ 95760 w 95400"/>
              <a:gd name="textAreaTop" fmla="*/ 0 h 151200"/>
              <a:gd name="textAreaBottom" fmla="*/ 151560 h 151200"/>
            </a:gdLst>
            <a:ahLst/>
            <a:cxnLst/>
            <a:rect l="textAreaLeft" t="textAreaTop" r="textAreaRight" b="textAreaBottom"/>
            <a:pathLst>
              <a:path w="266" h="421">
                <a:moveTo>
                  <a:pt x="85" y="421"/>
                </a:moveTo>
                <a:cubicBezTo>
                  <a:pt x="67" y="421"/>
                  <a:pt x="53" y="418"/>
                  <a:pt x="41" y="412"/>
                </a:cubicBezTo>
                <a:cubicBezTo>
                  <a:pt x="29" y="406"/>
                  <a:pt x="20" y="398"/>
                  <a:pt x="15" y="389"/>
                </a:cubicBezTo>
                <a:cubicBezTo>
                  <a:pt x="9" y="379"/>
                  <a:pt x="6" y="371"/>
                  <a:pt x="4" y="364"/>
                </a:cubicBezTo>
                <a:cubicBezTo>
                  <a:pt x="2" y="356"/>
                  <a:pt x="1" y="349"/>
                  <a:pt x="0" y="343"/>
                </a:cubicBezTo>
                <a:cubicBezTo>
                  <a:pt x="0" y="334"/>
                  <a:pt x="2" y="323"/>
                  <a:pt x="7" y="309"/>
                </a:cubicBezTo>
                <a:cubicBezTo>
                  <a:pt x="11" y="297"/>
                  <a:pt x="20" y="269"/>
                  <a:pt x="34" y="226"/>
                </a:cubicBezTo>
                <a:cubicBezTo>
                  <a:pt x="49" y="182"/>
                  <a:pt x="64" y="128"/>
                  <a:pt x="81" y="62"/>
                </a:cubicBezTo>
                <a:lnTo>
                  <a:pt x="83" y="54"/>
                </a:lnTo>
                <a:cubicBezTo>
                  <a:pt x="84" y="47"/>
                  <a:pt x="85" y="43"/>
                  <a:pt x="86" y="42"/>
                </a:cubicBezTo>
                <a:cubicBezTo>
                  <a:pt x="86" y="40"/>
                  <a:pt x="88" y="36"/>
                  <a:pt x="90" y="30"/>
                </a:cubicBezTo>
                <a:cubicBezTo>
                  <a:pt x="93" y="25"/>
                  <a:pt x="95" y="21"/>
                  <a:pt x="96" y="18"/>
                </a:cubicBezTo>
                <a:cubicBezTo>
                  <a:pt x="97" y="16"/>
                  <a:pt x="100" y="13"/>
                  <a:pt x="104" y="10"/>
                </a:cubicBezTo>
                <a:cubicBezTo>
                  <a:pt x="109" y="7"/>
                  <a:pt x="113" y="4"/>
                  <a:pt x="116" y="3"/>
                </a:cubicBezTo>
                <a:cubicBezTo>
                  <a:pt x="120" y="1"/>
                  <a:pt x="125" y="0"/>
                  <a:pt x="132" y="0"/>
                </a:cubicBezTo>
                <a:cubicBezTo>
                  <a:pt x="140" y="0"/>
                  <a:pt x="147" y="2"/>
                  <a:pt x="154" y="6"/>
                </a:cubicBezTo>
                <a:cubicBezTo>
                  <a:pt x="160" y="11"/>
                  <a:pt x="164" y="18"/>
                  <a:pt x="165" y="30"/>
                </a:cubicBezTo>
                <a:cubicBezTo>
                  <a:pt x="165" y="33"/>
                  <a:pt x="161" y="49"/>
                  <a:pt x="154" y="78"/>
                </a:cubicBezTo>
                <a:cubicBezTo>
                  <a:pt x="148" y="106"/>
                  <a:pt x="137" y="144"/>
                  <a:pt x="124" y="189"/>
                </a:cubicBezTo>
                <a:cubicBezTo>
                  <a:pt x="110" y="235"/>
                  <a:pt x="96" y="276"/>
                  <a:pt x="83" y="312"/>
                </a:cubicBezTo>
                <a:cubicBezTo>
                  <a:pt x="76" y="333"/>
                  <a:pt x="73" y="349"/>
                  <a:pt x="73" y="362"/>
                </a:cubicBezTo>
                <a:cubicBezTo>
                  <a:pt x="73" y="368"/>
                  <a:pt x="73" y="373"/>
                  <a:pt x="73" y="376"/>
                </a:cubicBezTo>
                <a:cubicBezTo>
                  <a:pt x="73" y="378"/>
                  <a:pt x="74" y="381"/>
                  <a:pt x="76" y="383"/>
                </a:cubicBezTo>
                <a:cubicBezTo>
                  <a:pt x="79" y="386"/>
                  <a:pt x="83" y="387"/>
                  <a:pt x="87" y="387"/>
                </a:cubicBezTo>
                <a:lnTo>
                  <a:pt x="92" y="387"/>
                </a:lnTo>
                <a:cubicBezTo>
                  <a:pt x="129" y="387"/>
                  <a:pt x="162" y="371"/>
                  <a:pt x="193" y="339"/>
                </a:cubicBezTo>
                <a:cubicBezTo>
                  <a:pt x="204" y="327"/>
                  <a:pt x="212" y="316"/>
                  <a:pt x="218" y="305"/>
                </a:cubicBezTo>
                <a:cubicBezTo>
                  <a:pt x="223" y="295"/>
                  <a:pt x="226" y="287"/>
                  <a:pt x="226" y="283"/>
                </a:cubicBezTo>
                <a:cubicBezTo>
                  <a:pt x="226" y="278"/>
                  <a:pt x="228" y="274"/>
                  <a:pt x="231" y="272"/>
                </a:cubicBezTo>
                <a:cubicBezTo>
                  <a:pt x="234" y="270"/>
                  <a:pt x="239" y="269"/>
                  <a:pt x="248" y="269"/>
                </a:cubicBezTo>
                <a:cubicBezTo>
                  <a:pt x="252" y="269"/>
                  <a:pt x="256" y="269"/>
                  <a:pt x="258" y="269"/>
                </a:cubicBezTo>
                <a:cubicBezTo>
                  <a:pt x="260" y="269"/>
                  <a:pt x="261" y="269"/>
                  <a:pt x="262" y="269"/>
                </a:cubicBezTo>
                <a:cubicBezTo>
                  <a:pt x="264" y="270"/>
                  <a:pt x="265" y="271"/>
                  <a:pt x="265" y="272"/>
                </a:cubicBezTo>
                <a:cubicBezTo>
                  <a:pt x="266" y="274"/>
                  <a:pt x="266" y="275"/>
                  <a:pt x="265" y="278"/>
                </a:cubicBezTo>
                <a:cubicBezTo>
                  <a:pt x="265" y="301"/>
                  <a:pt x="248" y="331"/>
                  <a:pt x="213" y="367"/>
                </a:cubicBezTo>
                <a:cubicBezTo>
                  <a:pt x="177" y="403"/>
                  <a:pt x="137" y="421"/>
                  <a:pt x="90" y="421"/>
                </a:cubicBezTo>
                <a:lnTo>
                  <a:pt x="85" y="42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325320" y="3971160"/>
            <a:ext cx="133560" cy="230400"/>
          </a:xfrm>
          <a:custGeom>
            <a:avLst/>
            <a:gdLst>
              <a:gd name="textAreaLeft" fmla="*/ 0 w 133560"/>
              <a:gd name="textAreaRight" fmla="*/ 133920 w 133560"/>
              <a:gd name="textAreaTop" fmla="*/ 0 h 230400"/>
              <a:gd name="textAreaBottom" fmla="*/ 230760 h 230400"/>
            </a:gdLst>
            <a:ahLst/>
            <a:cxnLst/>
            <a:rect l="textAreaLeft" t="textAreaTop" r="textAreaRight" b="textAreaBottom"/>
            <a:pathLst>
              <a:path w="372" h="641">
                <a:moveTo>
                  <a:pt x="106" y="475"/>
                </a:moveTo>
                <a:cubicBezTo>
                  <a:pt x="106" y="490"/>
                  <a:pt x="101" y="502"/>
                  <a:pt x="91" y="512"/>
                </a:cubicBezTo>
                <a:cubicBezTo>
                  <a:pt x="81" y="522"/>
                  <a:pt x="69" y="527"/>
                  <a:pt x="55" y="527"/>
                </a:cubicBezTo>
                <a:lnTo>
                  <a:pt x="49" y="527"/>
                </a:lnTo>
                <a:cubicBezTo>
                  <a:pt x="77" y="576"/>
                  <a:pt x="115" y="600"/>
                  <a:pt x="162" y="600"/>
                </a:cubicBezTo>
                <a:cubicBezTo>
                  <a:pt x="205" y="600"/>
                  <a:pt x="238" y="582"/>
                  <a:pt x="258" y="545"/>
                </a:cubicBezTo>
                <a:cubicBezTo>
                  <a:pt x="270" y="524"/>
                  <a:pt x="276" y="484"/>
                  <a:pt x="276" y="426"/>
                </a:cubicBezTo>
                <a:cubicBezTo>
                  <a:pt x="276" y="362"/>
                  <a:pt x="267" y="319"/>
                  <a:pt x="250" y="296"/>
                </a:cubicBezTo>
                <a:cubicBezTo>
                  <a:pt x="234" y="276"/>
                  <a:pt x="215" y="266"/>
                  <a:pt x="196" y="266"/>
                </a:cubicBezTo>
                <a:lnTo>
                  <a:pt x="190" y="266"/>
                </a:lnTo>
                <a:cubicBezTo>
                  <a:pt x="142" y="266"/>
                  <a:pt x="105" y="287"/>
                  <a:pt x="80" y="329"/>
                </a:cubicBezTo>
                <a:cubicBezTo>
                  <a:pt x="78" y="333"/>
                  <a:pt x="76" y="336"/>
                  <a:pt x="74" y="336"/>
                </a:cubicBezTo>
                <a:cubicBezTo>
                  <a:pt x="72" y="337"/>
                  <a:pt x="67" y="337"/>
                  <a:pt x="60" y="338"/>
                </a:cubicBezTo>
                <a:cubicBezTo>
                  <a:pt x="49" y="338"/>
                  <a:pt x="43" y="336"/>
                  <a:pt x="42" y="333"/>
                </a:cubicBezTo>
                <a:cubicBezTo>
                  <a:pt x="41" y="330"/>
                  <a:pt x="40" y="276"/>
                  <a:pt x="40" y="170"/>
                </a:cubicBezTo>
                <a:lnTo>
                  <a:pt x="40" y="49"/>
                </a:lnTo>
                <a:cubicBezTo>
                  <a:pt x="40" y="18"/>
                  <a:pt x="42" y="2"/>
                  <a:pt x="45" y="2"/>
                </a:cubicBezTo>
                <a:cubicBezTo>
                  <a:pt x="46" y="1"/>
                  <a:pt x="47" y="0"/>
                  <a:pt x="49" y="0"/>
                </a:cubicBezTo>
                <a:cubicBezTo>
                  <a:pt x="49" y="0"/>
                  <a:pt x="56" y="3"/>
                  <a:pt x="68" y="8"/>
                </a:cubicBezTo>
                <a:cubicBezTo>
                  <a:pt x="80" y="13"/>
                  <a:pt x="98" y="18"/>
                  <a:pt x="119" y="23"/>
                </a:cubicBezTo>
                <a:cubicBezTo>
                  <a:pt x="141" y="28"/>
                  <a:pt x="164" y="30"/>
                  <a:pt x="189" y="30"/>
                </a:cubicBezTo>
                <a:cubicBezTo>
                  <a:pt x="234" y="30"/>
                  <a:pt x="276" y="21"/>
                  <a:pt x="317" y="4"/>
                </a:cubicBezTo>
                <a:cubicBezTo>
                  <a:pt x="321" y="2"/>
                  <a:pt x="325" y="0"/>
                  <a:pt x="329" y="0"/>
                </a:cubicBezTo>
                <a:cubicBezTo>
                  <a:pt x="334" y="0"/>
                  <a:pt x="336" y="6"/>
                  <a:pt x="336" y="17"/>
                </a:cubicBezTo>
                <a:lnTo>
                  <a:pt x="336" y="29"/>
                </a:lnTo>
                <a:cubicBezTo>
                  <a:pt x="285" y="89"/>
                  <a:pt x="221" y="119"/>
                  <a:pt x="144" y="119"/>
                </a:cubicBezTo>
                <a:cubicBezTo>
                  <a:pt x="125" y="119"/>
                  <a:pt x="108" y="118"/>
                  <a:pt x="92" y="114"/>
                </a:cubicBezTo>
                <a:lnTo>
                  <a:pt x="83" y="112"/>
                </a:lnTo>
                <a:lnTo>
                  <a:pt x="83" y="273"/>
                </a:lnTo>
                <a:cubicBezTo>
                  <a:pt x="95" y="264"/>
                  <a:pt x="104" y="257"/>
                  <a:pt x="111" y="253"/>
                </a:cubicBezTo>
                <a:cubicBezTo>
                  <a:pt x="118" y="248"/>
                  <a:pt x="129" y="243"/>
                  <a:pt x="144" y="238"/>
                </a:cubicBezTo>
                <a:cubicBezTo>
                  <a:pt x="160" y="233"/>
                  <a:pt x="176" y="230"/>
                  <a:pt x="192" y="230"/>
                </a:cubicBezTo>
                <a:cubicBezTo>
                  <a:pt x="243" y="230"/>
                  <a:pt x="286" y="250"/>
                  <a:pt x="320" y="291"/>
                </a:cubicBezTo>
                <a:cubicBezTo>
                  <a:pt x="355" y="331"/>
                  <a:pt x="372" y="379"/>
                  <a:pt x="372" y="434"/>
                </a:cubicBezTo>
                <a:cubicBezTo>
                  <a:pt x="372" y="491"/>
                  <a:pt x="352" y="540"/>
                  <a:pt x="313" y="580"/>
                </a:cubicBezTo>
                <a:cubicBezTo>
                  <a:pt x="273" y="620"/>
                  <a:pt x="225" y="641"/>
                  <a:pt x="167" y="641"/>
                </a:cubicBezTo>
                <a:cubicBezTo>
                  <a:pt x="116" y="641"/>
                  <a:pt x="76" y="625"/>
                  <a:pt x="46" y="591"/>
                </a:cubicBezTo>
                <a:cubicBezTo>
                  <a:pt x="15" y="558"/>
                  <a:pt x="0" y="520"/>
                  <a:pt x="0" y="478"/>
                </a:cubicBezTo>
                <a:cubicBezTo>
                  <a:pt x="0" y="463"/>
                  <a:pt x="4" y="451"/>
                  <a:pt x="10" y="442"/>
                </a:cubicBezTo>
                <a:cubicBezTo>
                  <a:pt x="17" y="434"/>
                  <a:pt x="24" y="428"/>
                  <a:pt x="32" y="426"/>
                </a:cubicBezTo>
                <a:cubicBezTo>
                  <a:pt x="39" y="423"/>
                  <a:pt x="46" y="422"/>
                  <a:pt x="53" y="422"/>
                </a:cubicBezTo>
                <a:cubicBezTo>
                  <a:pt x="69" y="422"/>
                  <a:pt x="81" y="427"/>
                  <a:pt x="91" y="438"/>
                </a:cubicBezTo>
                <a:cubicBezTo>
                  <a:pt x="101" y="448"/>
                  <a:pt x="106" y="461"/>
                  <a:pt x="106" y="47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300320" y="3905280"/>
            <a:ext cx="14569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Sum Scan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599840" y="4466880"/>
            <a:ext cx="95400" cy="95400"/>
          </a:xfrm>
          <a:custGeom>
            <a:avLst/>
            <a:gdLst>
              <a:gd name="textAreaLeft" fmla="*/ 0 w 95400"/>
              <a:gd name="textAreaRight" fmla="*/ 95760 w 9540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6" y="184"/>
                </a:cubicBezTo>
                <a:cubicBezTo>
                  <a:pt x="249" y="201"/>
                  <a:pt x="240" y="215"/>
                  <a:pt x="227" y="227"/>
                </a:cubicBezTo>
                <a:cubicBezTo>
                  <a:pt x="215" y="240"/>
                  <a:pt x="201" y="249"/>
                  <a:pt x="184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1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4" y="11"/>
                </a:cubicBezTo>
                <a:cubicBezTo>
                  <a:pt x="201" y="17"/>
                  <a:pt x="215" y="27"/>
                  <a:pt x="227" y="39"/>
                </a:cubicBezTo>
                <a:cubicBezTo>
                  <a:pt x="240" y="52"/>
                  <a:pt x="249" y="66"/>
                  <a:pt x="256" y="82"/>
                </a:cubicBezTo>
                <a:cubicBezTo>
                  <a:pt x="263" y="98"/>
                  <a:pt x="266" y="115"/>
                  <a:pt x="266" y="13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472920" y="3905280"/>
            <a:ext cx="275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456800" y="4390920"/>
            <a:ext cx="115200" cy="222840"/>
          </a:xfrm>
          <a:custGeom>
            <a:avLst/>
            <a:gdLst>
              <a:gd name="textAreaLeft" fmla="*/ 0 w 115200"/>
              <a:gd name="textAreaRight" fmla="*/ 115560 w 11520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321" h="620">
                <a:moveTo>
                  <a:pt x="121" y="82"/>
                </a:moveTo>
                <a:lnTo>
                  <a:pt x="109" y="86"/>
                </a:lnTo>
                <a:cubicBezTo>
                  <a:pt x="101" y="89"/>
                  <a:pt x="88" y="92"/>
                  <a:pt x="72" y="96"/>
                </a:cubicBezTo>
                <a:cubicBezTo>
                  <a:pt x="56" y="99"/>
                  <a:pt x="38" y="101"/>
                  <a:pt x="18" y="102"/>
                </a:cubicBezTo>
                <a:lnTo>
                  <a:pt x="0" y="102"/>
                </a:lnTo>
                <a:lnTo>
                  <a:pt x="0" y="59"/>
                </a:lnTo>
                <a:lnTo>
                  <a:pt x="18" y="59"/>
                </a:lnTo>
                <a:cubicBezTo>
                  <a:pt x="47" y="58"/>
                  <a:pt x="74" y="53"/>
                  <a:pt x="99" y="45"/>
                </a:cubicBezTo>
                <a:cubicBezTo>
                  <a:pt x="124" y="37"/>
                  <a:pt x="141" y="30"/>
                  <a:pt x="151" y="23"/>
                </a:cubicBezTo>
                <a:cubicBezTo>
                  <a:pt x="161" y="16"/>
                  <a:pt x="170" y="9"/>
                  <a:pt x="177" y="3"/>
                </a:cubicBezTo>
                <a:cubicBezTo>
                  <a:pt x="178" y="1"/>
                  <a:pt x="182" y="0"/>
                  <a:pt x="188" y="0"/>
                </a:cubicBezTo>
                <a:cubicBezTo>
                  <a:pt x="194" y="0"/>
                  <a:pt x="199" y="2"/>
                  <a:pt x="204" y="5"/>
                </a:cubicBezTo>
                <a:lnTo>
                  <a:pt x="204" y="283"/>
                </a:lnTo>
                <a:lnTo>
                  <a:pt x="205" y="564"/>
                </a:lnTo>
                <a:cubicBezTo>
                  <a:pt x="209" y="568"/>
                  <a:pt x="213" y="571"/>
                  <a:pt x="216" y="572"/>
                </a:cubicBezTo>
                <a:cubicBezTo>
                  <a:pt x="219" y="573"/>
                  <a:pt x="228" y="574"/>
                  <a:pt x="240" y="576"/>
                </a:cubicBezTo>
                <a:cubicBezTo>
                  <a:pt x="251" y="577"/>
                  <a:pt x="271" y="578"/>
                  <a:pt x="297" y="578"/>
                </a:cubicBezTo>
                <a:lnTo>
                  <a:pt x="321" y="578"/>
                </a:lnTo>
                <a:lnTo>
                  <a:pt x="321" y="620"/>
                </a:lnTo>
                <a:lnTo>
                  <a:pt x="311" y="620"/>
                </a:lnTo>
                <a:cubicBezTo>
                  <a:pt x="298" y="618"/>
                  <a:pt x="249" y="617"/>
                  <a:pt x="162" y="617"/>
                </a:cubicBezTo>
                <a:cubicBezTo>
                  <a:pt x="78" y="617"/>
                  <a:pt x="29" y="618"/>
                  <a:pt x="16" y="620"/>
                </a:cubicBezTo>
                <a:lnTo>
                  <a:pt x="5" y="620"/>
                </a:lnTo>
                <a:lnTo>
                  <a:pt x="5" y="578"/>
                </a:lnTo>
                <a:lnTo>
                  <a:pt x="29" y="578"/>
                </a:lnTo>
                <a:cubicBezTo>
                  <a:pt x="43" y="578"/>
                  <a:pt x="55" y="578"/>
                  <a:pt x="65" y="578"/>
                </a:cubicBezTo>
                <a:cubicBezTo>
                  <a:pt x="75" y="578"/>
                  <a:pt x="82" y="577"/>
                  <a:pt x="88" y="577"/>
                </a:cubicBezTo>
                <a:cubicBezTo>
                  <a:pt x="93" y="576"/>
                  <a:pt x="98" y="575"/>
                  <a:pt x="103" y="574"/>
                </a:cubicBezTo>
                <a:cubicBezTo>
                  <a:pt x="107" y="573"/>
                  <a:pt x="110" y="572"/>
                  <a:pt x="110" y="572"/>
                </a:cubicBezTo>
                <a:cubicBezTo>
                  <a:pt x="111" y="572"/>
                  <a:pt x="113" y="570"/>
                  <a:pt x="116" y="567"/>
                </a:cubicBezTo>
                <a:cubicBezTo>
                  <a:pt x="119" y="564"/>
                  <a:pt x="121" y="563"/>
                  <a:pt x="121" y="564"/>
                </a:cubicBezTo>
                <a:lnTo>
                  <a:pt x="121" y="8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4694400" y="4391280"/>
            <a:ext cx="138960" cy="230040"/>
          </a:xfrm>
          <a:custGeom>
            <a:avLst/>
            <a:gdLst>
              <a:gd name="textAreaLeft" fmla="*/ 0 w 138960"/>
              <a:gd name="textAreaRight" fmla="*/ 139320 w 138960"/>
              <a:gd name="textAreaTop" fmla="*/ 0 h 230040"/>
              <a:gd name="textAreaBottom" fmla="*/ 230400 h 230040"/>
            </a:gdLst>
            <a:ahLst/>
            <a:cxnLst/>
            <a:rect l="textAreaLeft" t="textAreaTop" r="textAreaRight" b="textAreaBottom"/>
            <a:pathLst>
              <a:path w="387" h="640">
                <a:moveTo>
                  <a:pt x="79" y="188"/>
                </a:moveTo>
                <a:cubicBezTo>
                  <a:pt x="62" y="188"/>
                  <a:pt x="49" y="182"/>
                  <a:pt x="40" y="172"/>
                </a:cubicBezTo>
                <a:cubicBezTo>
                  <a:pt x="31" y="161"/>
                  <a:pt x="26" y="148"/>
                  <a:pt x="25" y="131"/>
                </a:cubicBezTo>
                <a:cubicBezTo>
                  <a:pt x="25" y="97"/>
                  <a:pt x="40" y="66"/>
                  <a:pt x="70" y="40"/>
                </a:cubicBezTo>
                <a:cubicBezTo>
                  <a:pt x="99" y="13"/>
                  <a:pt x="135" y="0"/>
                  <a:pt x="178" y="0"/>
                </a:cubicBezTo>
                <a:cubicBezTo>
                  <a:pt x="199" y="0"/>
                  <a:pt x="213" y="0"/>
                  <a:pt x="219" y="1"/>
                </a:cubicBezTo>
                <a:cubicBezTo>
                  <a:pt x="264" y="8"/>
                  <a:pt x="300" y="25"/>
                  <a:pt x="325" y="50"/>
                </a:cubicBezTo>
                <a:cubicBezTo>
                  <a:pt x="349" y="75"/>
                  <a:pt x="361" y="103"/>
                  <a:pt x="362" y="133"/>
                </a:cubicBezTo>
                <a:cubicBezTo>
                  <a:pt x="362" y="165"/>
                  <a:pt x="351" y="196"/>
                  <a:pt x="330" y="227"/>
                </a:cubicBezTo>
                <a:cubicBezTo>
                  <a:pt x="309" y="257"/>
                  <a:pt x="280" y="280"/>
                  <a:pt x="242" y="294"/>
                </a:cubicBezTo>
                <a:lnTo>
                  <a:pt x="239" y="296"/>
                </a:lnTo>
                <a:cubicBezTo>
                  <a:pt x="239" y="296"/>
                  <a:pt x="242" y="297"/>
                  <a:pt x="247" y="298"/>
                </a:cubicBezTo>
                <a:cubicBezTo>
                  <a:pt x="253" y="300"/>
                  <a:pt x="262" y="302"/>
                  <a:pt x="274" y="307"/>
                </a:cubicBezTo>
                <a:cubicBezTo>
                  <a:pt x="288" y="311"/>
                  <a:pt x="300" y="318"/>
                  <a:pt x="311" y="326"/>
                </a:cubicBezTo>
                <a:cubicBezTo>
                  <a:pt x="362" y="359"/>
                  <a:pt x="387" y="403"/>
                  <a:pt x="387" y="457"/>
                </a:cubicBezTo>
                <a:cubicBezTo>
                  <a:pt x="387" y="505"/>
                  <a:pt x="368" y="548"/>
                  <a:pt x="329" y="585"/>
                </a:cubicBezTo>
                <a:cubicBezTo>
                  <a:pt x="291" y="621"/>
                  <a:pt x="241" y="640"/>
                  <a:pt x="182" y="640"/>
                </a:cubicBezTo>
                <a:cubicBezTo>
                  <a:pt x="133" y="640"/>
                  <a:pt x="90" y="626"/>
                  <a:pt x="54" y="600"/>
                </a:cubicBezTo>
                <a:cubicBezTo>
                  <a:pt x="18" y="573"/>
                  <a:pt x="0" y="539"/>
                  <a:pt x="0" y="498"/>
                </a:cubicBezTo>
                <a:cubicBezTo>
                  <a:pt x="0" y="481"/>
                  <a:pt x="6" y="467"/>
                  <a:pt x="17" y="457"/>
                </a:cubicBezTo>
                <a:cubicBezTo>
                  <a:pt x="28" y="446"/>
                  <a:pt x="42" y="440"/>
                  <a:pt x="59" y="440"/>
                </a:cubicBezTo>
                <a:cubicBezTo>
                  <a:pt x="76" y="440"/>
                  <a:pt x="90" y="445"/>
                  <a:pt x="101" y="457"/>
                </a:cubicBezTo>
                <a:cubicBezTo>
                  <a:pt x="112" y="468"/>
                  <a:pt x="118" y="482"/>
                  <a:pt x="118" y="498"/>
                </a:cubicBezTo>
                <a:cubicBezTo>
                  <a:pt x="118" y="505"/>
                  <a:pt x="117" y="511"/>
                  <a:pt x="115" y="517"/>
                </a:cubicBezTo>
                <a:cubicBezTo>
                  <a:pt x="113" y="523"/>
                  <a:pt x="111" y="528"/>
                  <a:pt x="109" y="532"/>
                </a:cubicBezTo>
                <a:cubicBezTo>
                  <a:pt x="106" y="536"/>
                  <a:pt x="103" y="540"/>
                  <a:pt x="99" y="543"/>
                </a:cubicBezTo>
                <a:cubicBezTo>
                  <a:pt x="94" y="546"/>
                  <a:pt x="90" y="549"/>
                  <a:pt x="87" y="550"/>
                </a:cubicBezTo>
                <a:cubicBezTo>
                  <a:pt x="84" y="552"/>
                  <a:pt x="81" y="554"/>
                  <a:pt x="78" y="554"/>
                </a:cubicBezTo>
                <a:cubicBezTo>
                  <a:pt x="75" y="555"/>
                  <a:pt x="72" y="556"/>
                  <a:pt x="71" y="557"/>
                </a:cubicBezTo>
                <a:lnTo>
                  <a:pt x="67" y="558"/>
                </a:lnTo>
                <a:cubicBezTo>
                  <a:pt x="99" y="586"/>
                  <a:pt x="137" y="600"/>
                  <a:pt x="182" y="600"/>
                </a:cubicBezTo>
                <a:cubicBezTo>
                  <a:pt x="216" y="600"/>
                  <a:pt x="242" y="583"/>
                  <a:pt x="259" y="550"/>
                </a:cubicBezTo>
                <a:cubicBezTo>
                  <a:pt x="270" y="530"/>
                  <a:pt x="275" y="499"/>
                  <a:pt x="275" y="457"/>
                </a:cubicBezTo>
                <a:lnTo>
                  <a:pt x="275" y="438"/>
                </a:lnTo>
                <a:cubicBezTo>
                  <a:pt x="275" y="379"/>
                  <a:pt x="255" y="340"/>
                  <a:pt x="216" y="320"/>
                </a:cubicBezTo>
                <a:cubicBezTo>
                  <a:pt x="206" y="316"/>
                  <a:pt x="188" y="314"/>
                  <a:pt x="159" y="313"/>
                </a:cubicBezTo>
                <a:lnTo>
                  <a:pt x="120" y="312"/>
                </a:lnTo>
                <a:lnTo>
                  <a:pt x="117" y="310"/>
                </a:lnTo>
                <a:cubicBezTo>
                  <a:pt x="116" y="309"/>
                  <a:pt x="115" y="304"/>
                  <a:pt x="115" y="296"/>
                </a:cubicBezTo>
                <a:cubicBezTo>
                  <a:pt x="115" y="284"/>
                  <a:pt x="118" y="279"/>
                  <a:pt x="123" y="279"/>
                </a:cubicBezTo>
                <a:cubicBezTo>
                  <a:pt x="140" y="279"/>
                  <a:pt x="158" y="277"/>
                  <a:pt x="177" y="274"/>
                </a:cubicBezTo>
                <a:cubicBezTo>
                  <a:pt x="198" y="271"/>
                  <a:pt x="217" y="257"/>
                  <a:pt x="234" y="234"/>
                </a:cubicBezTo>
                <a:cubicBezTo>
                  <a:pt x="252" y="211"/>
                  <a:pt x="260" y="176"/>
                  <a:pt x="260" y="130"/>
                </a:cubicBezTo>
                <a:lnTo>
                  <a:pt x="260" y="123"/>
                </a:lnTo>
                <a:cubicBezTo>
                  <a:pt x="260" y="87"/>
                  <a:pt x="250" y="63"/>
                  <a:pt x="228" y="49"/>
                </a:cubicBezTo>
                <a:cubicBezTo>
                  <a:pt x="214" y="40"/>
                  <a:pt x="200" y="36"/>
                  <a:pt x="184" y="36"/>
                </a:cubicBezTo>
                <a:cubicBezTo>
                  <a:pt x="164" y="36"/>
                  <a:pt x="146" y="39"/>
                  <a:pt x="129" y="46"/>
                </a:cubicBezTo>
                <a:cubicBezTo>
                  <a:pt x="112" y="53"/>
                  <a:pt x="101" y="60"/>
                  <a:pt x="94" y="68"/>
                </a:cubicBezTo>
                <a:cubicBezTo>
                  <a:pt x="87" y="75"/>
                  <a:pt x="84" y="79"/>
                  <a:pt x="84" y="79"/>
                </a:cubicBezTo>
                <a:lnTo>
                  <a:pt x="86" y="79"/>
                </a:lnTo>
                <a:cubicBezTo>
                  <a:pt x="88" y="79"/>
                  <a:pt x="91" y="80"/>
                  <a:pt x="94" y="81"/>
                </a:cubicBezTo>
                <a:cubicBezTo>
                  <a:pt x="97" y="81"/>
                  <a:pt x="100" y="83"/>
                  <a:pt x="103" y="85"/>
                </a:cubicBezTo>
                <a:cubicBezTo>
                  <a:pt x="106" y="88"/>
                  <a:pt x="110" y="90"/>
                  <a:pt x="114" y="92"/>
                </a:cubicBezTo>
                <a:cubicBezTo>
                  <a:pt x="119" y="94"/>
                  <a:pt x="122" y="97"/>
                  <a:pt x="124" y="102"/>
                </a:cubicBezTo>
                <a:cubicBezTo>
                  <a:pt x="126" y="107"/>
                  <a:pt x="128" y="112"/>
                  <a:pt x="131" y="116"/>
                </a:cubicBezTo>
                <a:cubicBezTo>
                  <a:pt x="134" y="120"/>
                  <a:pt x="135" y="127"/>
                  <a:pt x="134" y="135"/>
                </a:cubicBezTo>
                <a:cubicBezTo>
                  <a:pt x="134" y="148"/>
                  <a:pt x="130" y="160"/>
                  <a:pt x="121" y="171"/>
                </a:cubicBezTo>
                <a:cubicBezTo>
                  <a:pt x="112" y="181"/>
                  <a:pt x="98" y="187"/>
                  <a:pt x="79" y="18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4945680" y="4390920"/>
            <a:ext cx="138600" cy="230400"/>
          </a:xfrm>
          <a:custGeom>
            <a:avLst/>
            <a:gdLst>
              <a:gd name="textAreaLeft" fmla="*/ 0 w 138600"/>
              <a:gd name="textAreaRight" fmla="*/ 138960 w 138600"/>
              <a:gd name="textAreaTop" fmla="*/ 0 h 230400"/>
              <a:gd name="textAreaBottom" fmla="*/ 230760 h 230400"/>
            </a:gdLst>
            <a:ahLst/>
            <a:cxnLst/>
            <a:rect l="textAreaLeft" t="textAreaTop" r="textAreaRight" b="textAreaBottom"/>
            <a:pathLst>
              <a:path w="386" h="641">
                <a:moveTo>
                  <a:pt x="0" y="329"/>
                </a:moveTo>
                <a:cubicBezTo>
                  <a:pt x="0" y="227"/>
                  <a:pt x="25" y="147"/>
                  <a:pt x="75" y="88"/>
                </a:cubicBezTo>
                <a:cubicBezTo>
                  <a:pt x="125" y="29"/>
                  <a:pt x="181" y="0"/>
                  <a:pt x="242" y="0"/>
                </a:cubicBezTo>
                <a:cubicBezTo>
                  <a:pt x="285" y="0"/>
                  <a:pt x="317" y="11"/>
                  <a:pt x="335" y="33"/>
                </a:cubicBezTo>
                <a:cubicBezTo>
                  <a:pt x="354" y="56"/>
                  <a:pt x="363" y="80"/>
                  <a:pt x="363" y="108"/>
                </a:cubicBezTo>
                <a:cubicBezTo>
                  <a:pt x="363" y="123"/>
                  <a:pt x="359" y="136"/>
                  <a:pt x="350" y="145"/>
                </a:cubicBezTo>
                <a:cubicBezTo>
                  <a:pt x="342" y="154"/>
                  <a:pt x="330" y="159"/>
                  <a:pt x="313" y="159"/>
                </a:cubicBezTo>
                <a:cubicBezTo>
                  <a:pt x="299" y="159"/>
                  <a:pt x="287" y="155"/>
                  <a:pt x="278" y="146"/>
                </a:cubicBezTo>
                <a:cubicBezTo>
                  <a:pt x="268" y="137"/>
                  <a:pt x="264" y="125"/>
                  <a:pt x="264" y="110"/>
                </a:cubicBezTo>
                <a:cubicBezTo>
                  <a:pt x="264" y="82"/>
                  <a:pt x="278" y="66"/>
                  <a:pt x="307" y="60"/>
                </a:cubicBezTo>
                <a:cubicBezTo>
                  <a:pt x="294" y="47"/>
                  <a:pt x="275" y="39"/>
                  <a:pt x="250" y="37"/>
                </a:cubicBezTo>
                <a:cubicBezTo>
                  <a:pt x="206" y="37"/>
                  <a:pt x="169" y="56"/>
                  <a:pt x="141" y="93"/>
                </a:cubicBezTo>
                <a:cubicBezTo>
                  <a:pt x="112" y="134"/>
                  <a:pt x="97" y="196"/>
                  <a:pt x="97" y="282"/>
                </a:cubicBezTo>
                <a:lnTo>
                  <a:pt x="98" y="285"/>
                </a:lnTo>
                <a:cubicBezTo>
                  <a:pt x="101" y="282"/>
                  <a:pt x="104" y="278"/>
                  <a:pt x="106" y="273"/>
                </a:cubicBezTo>
                <a:cubicBezTo>
                  <a:pt x="131" y="235"/>
                  <a:pt x="164" y="217"/>
                  <a:pt x="205" y="217"/>
                </a:cubicBezTo>
                <a:lnTo>
                  <a:pt x="209" y="217"/>
                </a:lnTo>
                <a:cubicBezTo>
                  <a:pt x="237" y="217"/>
                  <a:pt x="263" y="222"/>
                  <a:pt x="284" y="234"/>
                </a:cubicBezTo>
                <a:cubicBezTo>
                  <a:pt x="299" y="243"/>
                  <a:pt x="314" y="255"/>
                  <a:pt x="330" y="272"/>
                </a:cubicBezTo>
                <a:cubicBezTo>
                  <a:pt x="345" y="289"/>
                  <a:pt x="357" y="306"/>
                  <a:pt x="366" y="325"/>
                </a:cubicBezTo>
                <a:cubicBezTo>
                  <a:pt x="379" y="356"/>
                  <a:pt x="386" y="389"/>
                  <a:pt x="386" y="425"/>
                </a:cubicBezTo>
                <a:lnTo>
                  <a:pt x="386" y="442"/>
                </a:lnTo>
                <a:cubicBezTo>
                  <a:pt x="386" y="456"/>
                  <a:pt x="384" y="469"/>
                  <a:pt x="381" y="482"/>
                </a:cubicBezTo>
                <a:cubicBezTo>
                  <a:pt x="374" y="518"/>
                  <a:pt x="354" y="554"/>
                  <a:pt x="321" y="589"/>
                </a:cubicBezTo>
                <a:cubicBezTo>
                  <a:pt x="288" y="623"/>
                  <a:pt x="246" y="641"/>
                  <a:pt x="196" y="641"/>
                </a:cubicBezTo>
                <a:cubicBezTo>
                  <a:pt x="178" y="641"/>
                  <a:pt x="162" y="638"/>
                  <a:pt x="146" y="633"/>
                </a:cubicBezTo>
                <a:cubicBezTo>
                  <a:pt x="129" y="628"/>
                  <a:pt x="112" y="619"/>
                  <a:pt x="94" y="605"/>
                </a:cubicBezTo>
                <a:cubicBezTo>
                  <a:pt x="75" y="592"/>
                  <a:pt x="59" y="573"/>
                  <a:pt x="46" y="551"/>
                </a:cubicBezTo>
                <a:cubicBezTo>
                  <a:pt x="33" y="528"/>
                  <a:pt x="22" y="498"/>
                  <a:pt x="13" y="460"/>
                </a:cubicBezTo>
                <a:cubicBezTo>
                  <a:pt x="3" y="423"/>
                  <a:pt x="-1" y="379"/>
                  <a:pt x="0" y="329"/>
                </a:cubicBezTo>
                <a:moveTo>
                  <a:pt x="200" y="250"/>
                </a:moveTo>
                <a:cubicBezTo>
                  <a:pt x="181" y="250"/>
                  <a:pt x="165" y="255"/>
                  <a:pt x="151" y="267"/>
                </a:cubicBezTo>
                <a:cubicBezTo>
                  <a:pt x="138" y="277"/>
                  <a:pt x="127" y="291"/>
                  <a:pt x="120" y="309"/>
                </a:cubicBezTo>
                <a:cubicBezTo>
                  <a:pt x="112" y="326"/>
                  <a:pt x="107" y="344"/>
                  <a:pt x="104" y="362"/>
                </a:cubicBezTo>
                <a:cubicBezTo>
                  <a:pt x="101" y="380"/>
                  <a:pt x="99" y="399"/>
                  <a:pt x="98" y="419"/>
                </a:cubicBezTo>
                <a:cubicBezTo>
                  <a:pt x="98" y="471"/>
                  <a:pt x="102" y="508"/>
                  <a:pt x="109" y="530"/>
                </a:cubicBezTo>
                <a:cubicBezTo>
                  <a:pt x="117" y="552"/>
                  <a:pt x="129" y="570"/>
                  <a:pt x="145" y="584"/>
                </a:cubicBezTo>
                <a:cubicBezTo>
                  <a:pt x="160" y="595"/>
                  <a:pt x="176" y="601"/>
                  <a:pt x="194" y="601"/>
                </a:cubicBezTo>
                <a:cubicBezTo>
                  <a:pt x="226" y="601"/>
                  <a:pt x="250" y="589"/>
                  <a:pt x="267" y="565"/>
                </a:cubicBezTo>
                <a:cubicBezTo>
                  <a:pt x="275" y="554"/>
                  <a:pt x="280" y="540"/>
                  <a:pt x="283" y="524"/>
                </a:cubicBezTo>
                <a:cubicBezTo>
                  <a:pt x="286" y="507"/>
                  <a:pt x="288" y="474"/>
                  <a:pt x="288" y="426"/>
                </a:cubicBezTo>
                <a:cubicBezTo>
                  <a:pt x="288" y="376"/>
                  <a:pt x="286" y="343"/>
                  <a:pt x="283" y="326"/>
                </a:cubicBezTo>
                <a:cubicBezTo>
                  <a:pt x="280" y="310"/>
                  <a:pt x="275" y="296"/>
                  <a:pt x="267" y="284"/>
                </a:cubicBezTo>
                <a:cubicBezTo>
                  <a:pt x="250" y="261"/>
                  <a:pt x="227" y="250"/>
                  <a:pt x="200" y="25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210280" y="4390920"/>
            <a:ext cx="115200" cy="222840"/>
          </a:xfrm>
          <a:custGeom>
            <a:avLst/>
            <a:gdLst>
              <a:gd name="textAreaLeft" fmla="*/ 0 w 115200"/>
              <a:gd name="textAreaRight" fmla="*/ 115560 w 11520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321" h="620">
                <a:moveTo>
                  <a:pt x="122" y="82"/>
                </a:moveTo>
                <a:lnTo>
                  <a:pt x="110" y="86"/>
                </a:lnTo>
                <a:cubicBezTo>
                  <a:pt x="101" y="89"/>
                  <a:pt x="89" y="92"/>
                  <a:pt x="73" y="96"/>
                </a:cubicBezTo>
                <a:cubicBezTo>
                  <a:pt x="57" y="99"/>
                  <a:pt x="38" y="101"/>
                  <a:pt x="18" y="102"/>
                </a:cubicBezTo>
                <a:lnTo>
                  <a:pt x="0" y="102"/>
                </a:lnTo>
                <a:lnTo>
                  <a:pt x="0" y="59"/>
                </a:lnTo>
                <a:lnTo>
                  <a:pt x="18" y="59"/>
                </a:lnTo>
                <a:cubicBezTo>
                  <a:pt x="48" y="58"/>
                  <a:pt x="75" y="53"/>
                  <a:pt x="100" y="45"/>
                </a:cubicBezTo>
                <a:cubicBezTo>
                  <a:pt x="125" y="37"/>
                  <a:pt x="142" y="30"/>
                  <a:pt x="152" y="23"/>
                </a:cubicBezTo>
                <a:cubicBezTo>
                  <a:pt x="162" y="16"/>
                  <a:pt x="171" y="9"/>
                  <a:pt x="178" y="3"/>
                </a:cubicBezTo>
                <a:cubicBezTo>
                  <a:pt x="179" y="1"/>
                  <a:pt x="183" y="0"/>
                  <a:pt x="189" y="0"/>
                </a:cubicBezTo>
                <a:cubicBezTo>
                  <a:pt x="195" y="0"/>
                  <a:pt x="200" y="2"/>
                  <a:pt x="205" y="5"/>
                </a:cubicBezTo>
                <a:lnTo>
                  <a:pt x="205" y="283"/>
                </a:lnTo>
                <a:lnTo>
                  <a:pt x="206" y="564"/>
                </a:lnTo>
                <a:cubicBezTo>
                  <a:pt x="210" y="568"/>
                  <a:pt x="214" y="571"/>
                  <a:pt x="217" y="572"/>
                </a:cubicBezTo>
                <a:cubicBezTo>
                  <a:pt x="220" y="573"/>
                  <a:pt x="228" y="574"/>
                  <a:pt x="239" y="576"/>
                </a:cubicBezTo>
                <a:cubicBezTo>
                  <a:pt x="251" y="577"/>
                  <a:pt x="270" y="578"/>
                  <a:pt x="297" y="578"/>
                </a:cubicBezTo>
                <a:lnTo>
                  <a:pt x="321" y="578"/>
                </a:lnTo>
                <a:lnTo>
                  <a:pt x="321" y="620"/>
                </a:lnTo>
                <a:lnTo>
                  <a:pt x="311" y="620"/>
                </a:lnTo>
                <a:cubicBezTo>
                  <a:pt x="298" y="618"/>
                  <a:pt x="249" y="617"/>
                  <a:pt x="163" y="617"/>
                </a:cubicBezTo>
                <a:cubicBezTo>
                  <a:pt x="79" y="617"/>
                  <a:pt x="29" y="618"/>
                  <a:pt x="16" y="620"/>
                </a:cubicBezTo>
                <a:lnTo>
                  <a:pt x="5" y="620"/>
                </a:lnTo>
                <a:lnTo>
                  <a:pt x="5" y="578"/>
                </a:lnTo>
                <a:lnTo>
                  <a:pt x="29" y="578"/>
                </a:lnTo>
                <a:cubicBezTo>
                  <a:pt x="44" y="578"/>
                  <a:pt x="56" y="578"/>
                  <a:pt x="66" y="578"/>
                </a:cubicBezTo>
                <a:cubicBezTo>
                  <a:pt x="75" y="578"/>
                  <a:pt x="83" y="577"/>
                  <a:pt x="89" y="577"/>
                </a:cubicBezTo>
                <a:cubicBezTo>
                  <a:pt x="94" y="576"/>
                  <a:pt x="99" y="575"/>
                  <a:pt x="104" y="574"/>
                </a:cubicBezTo>
                <a:cubicBezTo>
                  <a:pt x="108" y="573"/>
                  <a:pt x="110" y="572"/>
                  <a:pt x="111" y="572"/>
                </a:cubicBezTo>
                <a:cubicBezTo>
                  <a:pt x="112" y="572"/>
                  <a:pt x="114" y="570"/>
                  <a:pt x="117" y="567"/>
                </a:cubicBezTo>
                <a:cubicBezTo>
                  <a:pt x="120" y="564"/>
                  <a:pt x="122" y="563"/>
                  <a:pt x="122" y="564"/>
                </a:cubicBezTo>
                <a:lnTo>
                  <a:pt x="122" y="8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5363280" y="4390920"/>
            <a:ext cx="140760" cy="23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230400"/>
              <a:gd name="textAreaBottom" fmla="*/ 230760 h 230400"/>
            </a:gdLst>
            <a:ahLst/>
            <a:cxnLst/>
            <a:rect l="textAreaLeft" t="textAreaTop" r="textAreaRight" b="textAreaBottom"/>
            <a:pathLst>
              <a:path w="392" h="641">
                <a:moveTo>
                  <a:pt x="53" y="75"/>
                </a:moveTo>
                <a:cubicBezTo>
                  <a:pt x="87" y="25"/>
                  <a:pt x="135" y="0"/>
                  <a:pt x="196" y="0"/>
                </a:cubicBezTo>
                <a:cubicBezTo>
                  <a:pt x="226" y="0"/>
                  <a:pt x="255" y="8"/>
                  <a:pt x="285" y="24"/>
                </a:cubicBezTo>
                <a:cubicBezTo>
                  <a:pt x="315" y="40"/>
                  <a:pt x="339" y="69"/>
                  <a:pt x="358" y="110"/>
                </a:cubicBezTo>
                <a:cubicBezTo>
                  <a:pt x="381" y="161"/>
                  <a:pt x="392" y="232"/>
                  <a:pt x="392" y="323"/>
                </a:cubicBezTo>
                <a:cubicBezTo>
                  <a:pt x="392" y="419"/>
                  <a:pt x="379" y="492"/>
                  <a:pt x="352" y="543"/>
                </a:cubicBezTo>
                <a:cubicBezTo>
                  <a:pt x="340" y="569"/>
                  <a:pt x="323" y="590"/>
                  <a:pt x="301" y="605"/>
                </a:cubicBezTo>
                <a:cubicBezTo>
                  <a:pt x="279" y="621"/>
                  <a:pt x="260" y="631"/>
                  <a:pt x="244" y="634"/>
                </a:cubicBezTo>
                <a:cubicBezTo>
                  <a:pt x="228" y="638"/>
                  <a:pt x="212" y="640"/>
                  <a:pt x="197" y="641"/>
                </a:cubicBezTo>
                <a:cubicBezTo>
                  <a:pt x="181" y="641"/>
                  <a:pt x="165" y="639"/>
                  <a:pt x="147" y="635"/>
                </a:cubicBezTo>
                <a:cubicBezTo>
                  <a:pt x="131" y="631"/>
                  <a:pt x="112" y="622"/>
                  <a:pt x="91" y="605"/>
                </a:cubicBezTo>
                <a:cubicBezTo>
                  <a:pt x="69" y="589"/>
                  <a:pt x="52" y="569"/>
                  <a:pt x="40" y="543"/>
                </a:cubicBezTo>
                <a:cubicBezTo>
                  <a:pt x="13" y="492"/>
                  <a:pt x="0" y="419"/>
                  <a:pt x="0" y="323"/>
                </a:cubicBezTo>
                <a:cubicBezTo>
                  <a:pt x="0" y="214"/>
                  <a:pt x="17" y="132"/>
                  <a:pt x="53" y="75"/>
                </a:cubicBezTo>
                <a:moveTo>
                  <a:pt x="263" y="64"/>
                </a:moveTo>
                <a:cubicBezTo>
                  <a:pt x="244" y="44"/>
                  <a:pt x="222" y="34"/>
                  <a:pt x="197" y="34"/>
                </a:cubicBezTo>
                <a:cubicBezTo>
                  <a:pt x="171" y="34"/>
                  <a:pt x="147" y="44"/>
                  <a:pt x="129" y="64"/>
                </a:cubicBezTo>
                <a:cubicBezTo>
                  <a:pt x="113" y="80"/>
                  <a:pt x="103" y="102"/>
                  <a:pt x="98" y="131"/>
                </a:cubicBezTo>
                <a:cubicBezTo>
                  <a:pt x="93" y="159"/>
                  <a:pt x="91" y="219"/>
                  <a:pt x="91" y="311"/>
                </a:cubicBezTo>
                <a:cubicBezTo>
                  <a:pt x="91" y="409"/>
                  <a:pt x="93" y="473"/>
                  <a:pt x="98" y="504"/>
                </a:cubicBezTo>
                <a:cubicBezTo>
                  <a:pt x="103" y="535"/>
                  <a:pt x="114" y="560"/>
                  <a:pt x="132" y="578"/>
                </a:cubicBezTo>
                <a:cubicBezTo>
                  <a:pt x="149" y="596"/>
                  <a:pt x="171" y="605"/>
                  <a:pt x="197" y="605"/>
                </a:cubicBezTo>
                <a:cubicBezTo>
                  <a:pt x="222" y="605"/>
                  <a:pt x="243" y="596"/>
                  <a:pt x="260" y="578"/>
                </a:cubicBezTo>
                <a:cubicBezTo>
                  <a:pt x="278" y="559"/>
                  <a:pt x="289" y="533"/>
                  <a:pt x="294" y="499"/>
                </a:cubicBezTo>
                <a:cubicBezTo>
                  <a:pt x="298" y="466"/>
                  <a:pt x="300" y="403"/>
                  <a:pt x="301" y="311"/>
                </a:cubicBezTo>
                <a:cubicBezTo>
                  <a:pt x="301" y="220"/>
                  <a:pt x="298" y="160"/>
                  <a:pt x="294" y="132"/>
                </a:cubicBezTo>
                <a:cubicBezTo>
                  <a:pt x="289" y="103"/>
                  <a:pt x="278" y="81"/>
                  <a:pt x="263" y="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628960" y="4390920"/>
            <a:ext cx="115200" cy="222840"/>
          </a:xfrm>
          <a:custGeom>
            <a:avLst/>
            <a:gdLst>
              <a:gd name="textAreaLeft" fmla="*/ 0 w 115200"/>
              <a:gd name="textAreaRight" fmla="*/ 115560 w 11520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321" h="620">
                <a:moveTo>
                  <a:pt x="121" y="82"/>
                </a:moveTo>
                <a:lnTo>
                  <a:pt x="109" y="86"/>
                </a:lnTo>
                <a:cubicBezTo>
                  <a:pt x="100" y="89"/>
                  <a:pt x="88" y="92"/>
                  <a:pt x="72" y="96"/>
                </a:cubicBezTo>
                <a:cubicBezTo>
                  <a:pt x="56" y="99"/>
                  <a:pt x="38" y="101"/>
                  <a:pt x="18" y="102"/>
                </a:cubicBezTo>
                <a:lnTo>
                  <a:pt x="0" y="102"/>
                </a:lnTo>
                <a:lnTo>
                  <a:pt x="0" y="59"/>
                </a:lnTo>
                <a:lnTo>
                  <a:pt x="18" y="59"/>
                </a:lnTo>
                <a:cubicBezTo>
                  <a:pt x="47" y="58"/>
                  <a:pt x="74" y="53"/>
                  <a:pt x="99" y="45"/>
                </a:cubicBezTo>
                <a:cubicBezTo>
                  <a:pt x="123" y="37"/>
                  <a:pt x="141" y="30"/>
                  <a:pt x="151" y="23"/>
                </a:cubicBezTo>
                <a:cubicBezTo>
                  <a:pt x="162" y="16"/>
                  <a:pt x="170" y="9"/>
                  <a:pt x="178" y="3"/>
                </a:cubicBezTo>
                <a:cubicBezTo>
                  <a:pt x="179" y="1"/>
                  <a:pt x="183" y="0"/>
                  <a:pt x="189" y="0"/>
                </a:cubicBezTo>
                <a:cubicBezTo>
                  <a:pt x="195" y="0"/>
                  <a:pt x="200" y="2"/>
                  <a:pt x="205" y="5"/>
                </a:cubicBezTo>
                <a:lnTo>
                  <a:pt x="205" y="283"/>
                </a:lnTo>
                <a:lnTo>
                  <a:pt x="206" y="564"/>
                </a:lnTo>
                <a:cubicBezTo>
                  <a:pt x="210" y="568"/>
                  <a:pt x="214" y="571"/>
                  <a:pt x="217" y="572"/>
                </a:cubicBezTo>
                <a:cubicBezTo>
                  <a:pt x="220" y="573"/>
                  <a:pt x="227" y="574"/>
                  <a:pt x="239" y="576"/>
                </a:cubicBezTo>
                <a:cubicBezTo>
                  <a:pt x="251" y="577"/>
                  <a:pt x="270" y="578"/>
                  <a:pt x="297" y="578"/>
                </a:cubicBezTo>
                <a:lnTo>
                  <a:pt x="321" y="578"/>
                </a:lnTo>
                <a:lnTo>
                  <a:pt x="321" y="620"/>
                </a:lnTo>
                <a:lnTo>
                  <a:pt x="311" y="620"/>
                </a:lnTo>
                <a:cubicBezTo>
                  <a:pt x="298" y="618"/>
                  <a:pt x="248" y="617"/>
                  <a:pt x="163" y="617"/>
                </a:cubicBezTo>
                <a:cubicBezTo>
                  <a:pt x="78" y="617"/>
                  <a:pt x="29" y="618"/>
                  <a:pt x="16" y="620"/>
                </a:cubicBezTo>
                <a:lnTo>
                  <a:pt x="5" y="620"/>
                </a:lnTo>
                <a:lnTo>
                  <a:pt x="5" y="578"/>
                </a:lnTo>
                <a:lnTo>
                  <a:pt x="29" y="578"/>
                </a:lnTo>
                <a:cubicBezTo>
                  <a:pt x="43" y="578"/>
                  <a:pt x="54" y="578"/>
                  <a:pt x="64" y="578"/>
                </a:cubicBezTo>
                <a:cubicBezTo>
                  <a:pt x="74" y="578"/>
                  <a:pt x="82" y="577"/>
                  <a:pt x="88" y="577"/>
                </a:cubicBezTo>
                <a:cubicBezTo>
                  <a:pt x="93" y="576"/>
                  <a:pt x="98" y="575"/>
                  <a:pt x="102" y="574"/>
                </a:cubicBezTo>
                <a:cubicBezTo>
                  <a:pt x="107" y="573"/>
                  <a:pt x="109" y="572"/>
                  <a:pt x="110" y="572"/>
                </a:cubicBezTo>
                <a:cubicBezTo>
                  <a:pt x="110" y="572"/>
                  <a:pt x="112" y="570"/>
                  <a:pt x="115" y="567"/>
                </a:cubicBezTo>
                <a:cubicBezTo>
                  <a:pt x="119" y="564"/>
                  <a:pt x="120" y="563"/>
                  <a:pt x="121" y="564"/>
                </a:cubicBezTo>
                <a:lnTo>
                  <a:pt x="121" y="8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785200" y="4390920"/>
            <a:ext cx="133920" cy="230400"/>
          </a:xfrm>
          <a:custGeom>
            <a:avLst/>
            <a:gdLst>
              <a:gd name="textAreaLeft" fmla="*/ 0 w 133920"/>
              <a:gd name="textAreaRight" fmla="*/ 134280 w 133920"/>
              <a:gd name="textAreaTop" fmla="*/ 0 h 230400"/>
              <a:gd name="textAreaBottom" fmla="*/ 230760 h 230400"/>
            </a:gdLst>
            <a:ahLst/>
            <a:cxnLst/>
            <a:rect l="textAreaLeft" t="textAreaTop" r="textAreaRight" b="textAreaBottom"/>
            <a:pathLst>
              <a:path w="373" h="641">
                <a:moveTo>
                  <a:pt x="107" y="474"/>
                </a:moveTo>
                <a:cubicBezTo>
                  <a:pt x="107" y="489"/>
                  <a:pt x="103" y="502"/>
                  <a:pt x="93" y="511"/>
                </a:cubicBezTo>
                <a:cubicBezTo>
                  <a:pt x="83" y="521"/>
                  <a:pt x="71" y="526"/>
                  <a:pt x="55" y="526"/>
                </a:cubicBezTo>
                <a:lnTo>
                  <a:pt x="49" y="526"/>
                </a:lnTo>
                <a:cubicBezTo>
                  <a:pt x="78" y="575"/>
                  <a:pt x="116" y="600"/>
                  <a:pt x="163" y="600"/>
                </a:cubicBezTo>
                <a:cubicBezTo>
                  <a:pt x="207" y="600"/>
                  <a:pt x="238" y="581"/>
                  <a:pt x="258" y="544"/>
                </a:cubicBezTo>
                <a:cubicBezTo>
                  <a:pt x="270" y="524"/>
                  <a:pt x="276" y="484"/>
                  <a:pt x="276" y="425"/>
                </a:cubicBezTo>
                <a:cubicBezTo>
                  <a:pt x="276" y="361"/>
                  <a:pt x="267" y="318"/>
                  <a:pt x="251" y="296"/>
                </a:cubicBezTo>
                <a:cubicBezTo>
                  <a:pt x="235" y="275"/>
                  <a:pt x="217" y="265"/>
                  <a:pt x="197" y="265"/>
                </a:cubicBezTo>
                <a:lnTo>
                  <a:pt x="191" y="265"/>
                </a:lnTo>
                <a:cubicBezTo>
                  <a:pt x="143" y="265"/>
                  <a:pt x="106" y="286"/>
                  <a:pt x="81" y="328"/>
                </a:cubicBezTo>
                <a:cubicBezTo>
                  <a:pt x="79" y="333"/>
                  <a:pt x="77" y="335"/>
                  <a:pt x="75" y="336"/>
                </a:cubicBezTo>
                <a:cubicBezTo>
                  <a:pt x="73" y="336"/>
                  <a:pt x="67" y="337"/>
                  <a:pt x="60" y="338"/>
                </a:cubicBezTo>
                <a:cubicBezTo>
                  <a:pt x="49" y="338"/>
                  <a:pt x="44" y="336"/>
                  <a:pt x="42" y="332"/>
                </a:cubicBezTo>
                <a:cubicBezTo>
                  <a:pt x="41" y="329"/>
                  <a:pt x="40" y="275"/>
                  <a:pt x="40" y="168"/>
                </a:cubicBezTo>
                <a:lnTo>
                  <a:pt x="40" y="48"/>
                </a:lnTo>
                <a:cubicBezTo>
                  <a:pt x="40" y="17"/>
                  <a:pt x="42" y="2"/>
                  <a:pt x="45" y="2"/>
                </a:cubicBezTo>
                <a:cubicBezTo>
                  <a:pt x="46" y="0"/>
                  <a:pt x="48" y="0"/>
                  <a:pt x="49" y="0"/>
                </a:cubicBezTo>
                <a:cubicBezTo>
                  <a:pt x="49" y="0"/>
                  <a:pt x="56" y="2"/>
                  <a:pt x="68" y="7"/>
                </a:cubicBezTo>
                <a:cubicBezTo>
                  <a:pt x="82" y="12"/>
                  <a:pt x="99" y="17"/>
                  <a:pt x="121" y="22"/>
                </a:cubicBezTo>
                <a:cubicBezTo>
                  <a:pt x="142" y="27"/>
                  <a:pt x="165" y="30"/>
                  <a:pt x="190" y="30"/>
                </a:cubicBezTo>
                <a:cubicBezTo>
                  <a:pt x="234" y="30"/>
                  <a:pt x="276" y="21"/>
                  <a:pt x="317" y="4"/>
                </a:cubicBezTo>
                <a:cubicBezTo>
                  <a:pt x="322" y="1"/>
                  <a:pt x="326" y="0"/>
                  <a:pt x="329" y="0"/>
                </a:cubicBezTo>
                <a:cubicBezTo>
                  <a:pt x="334" y="0"/>
                  <a:pt x="336" y="5"/>
                  <a:pt x="336" y="17"/>
                </a:cubicBezTo>
                <a:lnTo>
                  <a:pt x="336" y="29"/>
                </a:lnTo>
                <a:cubicBezTo>
                  <a:pt x="285" y="89"/>
                  <a:pt x="222" y="119"/>
                  <a:pt x="146" y="119"/>
                </a:cubicBezTo>
                <a:cubicBezTo>
                  <a:pt x="126" y="119"/>
                  <a:pt x="109" y="117"/>
                  <a:pt x="94" y="113"/>
                </a:cubicBezTo>
                <a:lnTo>
                  <a:pt x="84" y="111"/>
                </a:lnTo>
                <a:lnTo>
                  <a:pt x="84" y="272"/>
                </a:lnTo>
                <a:cubicBezTo>
                  <a:pt x="96" y="263"/>
                  <a:pt x="105" y="256"/>
                  <a:pt x="112" y="251"/>
                </a:cubicBezTo>
                <a:cubicBezTo>
                  <a:pt x="119" y="246"/>
                  <a:pt x="130" y="241"/>
                  <a:pt x="146" y="236"/>
                </a:cubicBezTo>
                <a:cubicBezTo>
                  <a:pt x="161" y="231"/>
                  <a:pt x="177" y="229"/>
                  <a:pt x="193" y="229"/>
                </a:cubicBezTo>
                <a:cubicBezTo>
                  <a:pt x="243" y="229"/>
                  <a:pt x="286" y="249"/>
                  <a:pt x="321" y="290"/>
                </a:cubicBezTo>
                <a:cubicBezTo>
                  <a:pt x="355" y="330"/>
                  <a:pt x="373" y="378"/>
                  <a:pt x="373" y="433"/>
                </a:cubicBezTo>
                <a:cubicBezTo>
                  <a:pt x="373" y="490"/>
                  <a:pt x="353" y="539"/>
                  <a:pt x="313" y="579"/>
                </a:cubicBezTo>
                <a:cubicBezTo>
                  <a:pt x="273" y="620"/>
                  <a:pt x="225" y="640"/>
                  <a:pt x="168" y="641"/>
                </a:cubicBezTo>
                <a:cubicBezTo>
                  <a:pt x="118" y="641"/>
                  <a:pt x="77" y="624"/>
                  <a:pt x="46" y="591"/>
                </a:cubicBezTo>
                <a:cubicBezTo>
                  <a:pt x="16" y="557"/>
                  <a:pt x="0" y="519"/>
                  <a:pt x="0" y="477"/>
                </a:cubicBezTo>
                <a:cubicBezTo>
                  <a:pt x="0" y="462"/>
                  <a:pt x="4" y="450"/>
                  <a:pt x="11" y="442"/>
                </a:cubicBezTo>
                <a:cubicBezTo>
                  <a:pt x="18" y="433"/>
                  <a:pt x="25" y="427"/>
                  <a:pt x="32" y="425"/>
                </a:cubicBezTo>
                <a:cubicBezTo>
                  <a:pt x="40" y="422"/>
                  <a:pt x="47" y="421"/>
                  <a:pt x="53" y="421"/>
                </a:cubicBezTo>
                <a:cubicBezTo>
                  <a:pt x="70" y="421"/>
                  <a:pt x="83" y="427"/>
                  <a:pt x="93" y="437"/>
                </a:cubicBezTo>
                <a:cubicBezTo>
                  <a:pt x="103" y="448"/>
                  <a:pt x="107" y="460"/>
                  <a:pt x="107" y="47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852560" y="4314960"/>
            <a:ext cx="25729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Yields partial sums: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599840" y="4952880"/>
            <a:ext cx="95400" cy="95040"/>
          </a:xfrm>
          <a:custGeom>
            <a:avLst/>
            <a:gdLst>
              <a:gd name="textAreaLeft" fmla="*/ 0 w 95400"/>
              <a:gd name="textAreaRight" fmla="*/ 95760 w 9540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6" h="265">
                <a:moveTo>
                  <a:pt x="266" y="133"/>
                </a:moveTo>
                <a:cubicBezTo>
                  <a:pt x="266" y="151"/>
                  <a:pt x="263" y="168"/>
                  <a:pt x="256" y="184"/>
                </a:cubicBezTo>
                <a:cubicBezTo>
                  <a:pt x="249" y="200"/>
                  <a:pt x="240" y="214"/>
                  <a:pt x="227" y="227"/>
                </a:cubicBezTo>
                <a:cubicBezTo>
                  <a:pt x="215" y="239"/>
                  <a:pt x="201" y="249"/>
                  <a:pt x="184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8"/>
                  <a:pt x="11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4" y="10"/>
                </a:cubicBezTo>
                <a:cubicBezTo>
                  <a:pt x="201" y="17"/>
                  <a:pt x="215" y="26"/>
                  <a:pt x="227" y="39"/>
                </a:cubicBezTo>
                <a:cubicBezTo>
                  <a:pt x="240" y="51"/>
                  <a:pt x="249" y="65"/>
                  <a:pt x="256" y="81"/>
                </a:cubicBezTo>
                <a:cubicBezTo>
                  <a:pt x="263" y="98"/>
                  <a:pt x="266" y="116"/>
                  <a:pt x="266" y="13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936040" y="4314960"/>
            <a:ext cx="275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852560" y="4800600"/>
            <a:ext cx="90280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Represents atoms in successive planes of a close-packed tetrahedron.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047600" y="229536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47720" y="1261080"/>
            <a:ext cx="731700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Characteristics of Great Notation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300320" y="2143080"/>
            <a:ext cx="91443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Economy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Expressing a large number of ideas with a small vocabulary.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047600" y="319068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300320" y="2552760"/>
            <a:ext cx="7132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Symbols represent both monadic and dyadic functions.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0174320" y="3172680"/>
            <a:ext cx="161640" cy="161280"/>
          </a:xfrm>
          <a:custGeom>
            <a:avLst/>
            <a:gdLst>
              <a:gd name="textAreaLeft" fmla="*/ 0 w 161640"/>
              <a:gd name="textAreaRight" fmla="*/ 162000 w 161640"/>
              <a:gd name="textAreaTop" fmla="*/ 0 h 161280"/>
              <a:gd name="textAreaBottom" fmla="*/ 161640 h 161280"/>
            </a:gdLst>
            <a:ahLst/>
            <a:cxnLst/>
            <a:rect l="textAreaLeft" t="textAreaTop" r="textAreaRight" b="textAreaBottom"/>
            <a:pathLst>
              <a:path w="450" h="449">
                <a:moveTo>
                  <a:pt x="450" y="431"/>
                </a:moveTo>
                <a:cubicBezTo>
                  <a:pt x="450" y="443"/>
                  <a:pt x="443" y="449"/>
                  <a:pt x="430" y="449"/>
                </a:cubicBezTo>
                <a:cubicBezTo>
                  <a:pt x="427" y="449"/>
                  <a:pt x="420" y="444"/>
                  <a:pt x="410" y="434"/>
                </a:cubicBezTo>
                <a:cubicBezTo>
                  <a:pt x="399" y="424"/>
                  <a:pt x="370" y="396"/>
                  <a:pt x="322" y="347"/>
                </a:cubicBezTo>
                <a:lnTo>
                  <a:pt x="225" y="250"/>
                </a:lnTo>
                <a:lnTo>
                  <a:pt x="127" y="348"/>
                </a:lnTo>
                <a:cubicBezTo>
                  <a:pt x="61" y="413"/>
                  <a:pt x="27" y="446"/>
                  <a:pt x="26" y="447"/>
                </a:cubicBezTo>
                <a:cubicBezTo>
                  <a:pt x="23" y="449"/>
                  <a:pt x="21" y="449"/>
                  <a:pt x="19" y="449"/>
                </a:cubicBezTo>
                <a:cubicBezTo>
                  <a:pt x="14" y="449"/>
                  <a:pt x="10" y="447"/>
                  <a:pt x="6" y="444"/>
                </a:cubicBezTo>
                <a:cubicBezTo>
                  <a:pt x="2" y="440"/>
                  <a:pt x="0" y="436"/>
                  <a:pt x="0" y="431"/>
                </a:cubicBezTo>
                <a:cubicBezTo>
                  <a:pt x="0" y="426"/>
                  <a:pt x="4" y="419"/>
                  <a:pt x="13" y="410"/>
                </a:cubicBezTo>
                <a:cubicBezTo>
                  <a:pt x="21" y="401"/>
                  <a:pt x="50" y="370"/>
                  <a:pt x="100" y="321"/>
                </a:cubicBezTo>
                <a:lnTo>
                  <a:pt x="197" y="224"/>
                </a:lnTo>
                <a:lnTo>
                  <a:pt x="100" y="127"/>
                </a:lnTo>
                <a:cubicBezTo>
                  <a:pt x="50" y="77"/>
                  <a:pt x="21" y="48"/>
                  <a:pt x="13" y="39"/>
                </a:cubicBezTo>
                <a:cubicBezTo>
                  <a:pt x="5" y="30"/>
                  <a:pt x="0" y="23"/>
                  <a:pt x="0" y="19"/>
                </a:cubicBezTo>
                <a:cubicBezTo>
                  <a:pt x="0" y="13"/>
                  <a:pt x="1" y="9"/>
                  <a:pt x="5" y="5"/>
                </a:cubicBezTo>
                <a:cubicBezTo>
                  <a:pt x="9" y="2"/>
                  <a:pt x="13" y="1"/>
                  <a:pt x="19" y="1"/>
                </a:cubicBezTo>
                <a:cubicBezTo>
                  <a:pt x="22" y="1"/>
                  <a:pt x="24" y="1"/>
                  <a:pt x="26" y="2"/>
                </a:cubicBezTo>
                <a:cubicBezTo>
                  <a:pt x="27" y="3"/>
                  <a:pt x="61" y="36"/>
                  <a:pt x="127" y="100"/>
                </a:cubicBezTo>
                <a:lnTo>
                  <a:pt x="225" y="198"/>
                </a:lnTo>
                <a:lnTo>
                  <a:pt x="322" y="101"/>
                </a:lnTo>
                <a:cubicBezTo>
                  <a:pt x="370" y="54"/>
                  <a:pt x="399" y="25"/>
                  <a:pt x="410" y="15"/>
                </a:cubicBezTo>
                <a:cubicBezTo>
                  <a:pt x="420" y="5"/>
                  <a:pt x="427" y="0"/>
                  <a:pt x="430" y="0"/>
                </a:cubicBezTo>
                <a:cubicBezTo>
                  <a:pt x="443" y="0"/>
                  <a:pt x="450" y="6"/>
                  <a:pt x="450" y="19"/>
                </a:cubicBezTo>
                <a:cubicBezTo>
                  <a:pt x="450" y="23"/>
                  <a:pt x="447" y="28"/>
                  <a:pt x="441" y="35"/>
                </a:cubicBezTo>
                <a:cubicBezTo>
                  <a:pt x="434" y="42"/>
                  <a:pt x="404" y="72"/>
                  <a:pt x="349" y="126"/>
                </a:cubicBezTo>
                <a:lnTo>
                  <a:pt x="253" y="224"/>
                </a:lnTo>
                <a:lnTo>
                  <a:pt x="349" y="322"/>
                </a:lnTo>
                <a:cubicBezTo>
                  <a:pt x="401" y="375"/>
                  <a:pt x="431" y="405"/>
                  <a:pt x="439" y="413"/>
                </a:cubicBezTo>
                <a:cubicBezTo>
                  <a:pt x="446" y="421"/>
                  <a:pt x="450" y="427"/>
                  <a:pt x="450" y="43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0404360" y="3085920"/>
            <a:ext cx="129600" cy="334800"/>
          </a:xfrm>
          <a:custGeom>
            <a:avLst/>
            <a:gdLst>
              <a:gd name="textAreaLeft" fmla="*/ 0 w 129600"/>
              <a:gd name="textAreaRight" fmla="*/ 129960 w 12960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361" h="931">
                <a:moveTo>
                  <a:pt x="342" y="0"/>
                </a:moveTo>
                <a:cubicBezTo>
                  <a:pt x="348" y="0"/>
                  <a:pt x="352" y="2"/>
                  <a:pt x="356" y="6"/>
                </a:cubicBezTo>
                <a:cubicBezTo>
                  <a:pt x="360" y="9"/>
                  <a:pt x="361" y="14"/>
                  <a:pt x="361" y="19"/>
                </a:cubicBezTo>
                <a:cubicBezTo>
                  <a:pt x="361" y="22"/>
                  <a:pt x="308" y="171"/>
                  <a:pt x="201" y="468"/>
                </a:cubicBezTo>
                <a:cubicBezTo>
                  <a:pt x="93" y="764"/>
                  <a:pt x="37" y="915"/>
                  <a:pt x="33" y="922"/>
                </a:cubicBezTo>
                <a:cubicBezTo>
                  <a:pt x="29" y="928"/>
                  <a:pt x="23" y="931"/>
                  <a:pt x="17" y="931"/>
                </a:cubicBezTo>
                <a:cubicBezTo>
                  <a:pt x="13" y="931"/>
                  <a:pt x="9" y="930"/>
                  <a:pt x="5" y="927"/>
                </a:cubicBezTo>
                <a:cubicBezTo>
                  <a:pt x="1" y="923"/>
                  <a:pt x="0" y="919"/>
                  <a:pt x="0" y="914"/>
                </a:cubicBezTo>
                <a:cubicBezTo>
                  <a:pt x="0" y="907"/>
                  <a:pt x="54" y="756"/>
                  <a:pt x="162" y="460"/>
                </a:cubicBezTo>
                <a:cubicBezTo>
                  <a:pt x="270" y="162"/>
                  <a:pt x="325" y="12"/>
                  <a:pt x="327" y="9"/>
                </a:cubicBezTo>
                <a:cubicBezTo>
                  <a:pt x="330" y="3"/>
                  <a:pt x="335" y="0"/>
                  <a:pt x="342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300320" y="3038400"/>
            <a:ext cx="88203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Suggestivity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Expression forms suggest related concepts. Example: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323360" y="3551400"/>
            <a:ext cx="223200" cy="222840"/>
          </a:xfrm>
          <a:custGeom>
            <a:avLst/>
            <a:gdLst>
              <a:gd name="textAreaLeft" fmla="*/ 0 w 223200"/>
              <a:gd name="textAreaRight" fmla="*/ 223560 w 22320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621" h="620">
                <a:moveTo>
                  <a:pt x="14" y="291"/>
                </a:moveTo>
                <a:lnTo>
                  <a:pt x="292" y="291"/>
                </a:lnTo>
                <a:lnTo>
                  <a:pt x="292" y="152"/>
                </a:lnTo>
                <a:lnTo>
                  <a:pt x="293" y="12"/>
                </a:lnTo>
                <a:cubicBezTo>
                  <a:pt x="299" y="4"/>
                  <a:pt x="305" y="0"/>
                  <a:pt x="310" y="0"/>
                </a:cubicBezTo>
                <a:cubicBezTo>
                  <a:pt x="318" y="0"/>
                  <a:pt x="324" y="5"/>
                  <a:pt x="329" y="14"/>
                </a:cubicBezTo>
                <a:lnTo>
                  <a:pt x="329" y="291"/>
                </a:lnTo>
                <a:lnTo>
                  <a:pt x="607" y="291"/>
                </a:lnTo>
                <a:cubicBezTo>
                  <a:pt x="616" y="296"/>
                  <a:pt x="621" y="302"/>
                  <a:pt x="621" y="310"/>
                </a:cubicBezTo>
                <a:cubicBezTo>
                  <a:pt x="621" y="317"/>
                  <a:pt x="616" y="323"/>
                  <a:pt x="607" y="328"/>
                </a:cubicBezTo>
                <a:lnTo>
                  <a:pt x="329" y="328"/>
                </a:lnTo>
                <a:lnTo>
                  <a:pt x="329" y="607"/>
                </a:lnTo>
                <a:cubicBezTo>
                  <a:pt x="324" y="615"/>
                  <a:pt x="318" y="620"/>
                  <a:pt x="312" y="620"/>
                </a:cubicBezTo>
                <a:lnTo>
                  <a:pt x="310" y="620"/>
                </a:lnTo>
                <a:lnTo>
                  <a:pt x="308" y="620"/>
                </a:lnTo>
                <a:cubicBezTo>
                  <a:pt x="301" y="620"/>
                  <a:pt x="295" y="615"/>
                  <a:pt x="292" y="607"/>
                </a:cubicBezTo>
                <a:lnTo>
                  <a:pt x="292" y="328"/>
                </a:lnTo>
                <a:lnTo>
                  <a:pt x="14" y="328"/>
                </a:lnTo>
                <a:cubicBezTo>
                  <a:pt x="5" y="324"/>
                  <a:pt x="0" y="318"/>
                  <a:pt x="0" y="310"/>
                </a:cubicBezTo>
                <a:cubicBezTo>
                  <a:pt x="0" y="302"/>
                  <a:pt x="5" y="296"/>
                  <a:pt x="14" y="2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584000" y="3495600"/>
            <a:ext cx="129960" cy="334800"/>
          </a:xfrm>
          <a:custGeom>
            <a:avLst/>
            <a:gdLst>
              <a:gd name="textAreaLeft" fmla="*/ 0 w 129960"/>
              <a:gd name="textAreaRight" fmla="*/ 130320 w 12996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362" h="931">
                <a:moveTo>
                  <a:pt x="343" y="0"/>
                </a:moveTo>
                <a:cubicBezTo>
                  <a:pt x="348" y="0"/>
                  <a:pt x="353" y="2"/>
                  <a:pt x="356" y="5"/>
                </a:cubicBezTo>
                <a:cubicBezTo>
                  <a:pt x="360" y="9"/>
                  <a:pt x="362" y="13"/>
                  <a:pt x="362" y="18"/>
                </a:cubicBezTo>
                <a:cubicBezTo>
                  <a:pt x="362" y="21"/>
                  <a:pt x="308" y="172"/>
                  <a:pt x="201" y="468"/>
                </a:cubicBezTo>
                <a:cubicBezTo>
                  <a:pt x="93" y="763"/>
                  <a:pt x="37" y="915"/>
                  <a:pt x="34" y="922"/>
                </a:cubicBezTo>
                <a:cubicBezTo>
                  <a:pt x="29" y="928"/>
                  <a:pt x="24" y="931"/>
                  <a:pt x="18" y="931"/>
                </a:cubicBezTo>
                <a:cubicBezTo>
                  <a:pt x="13" y="931"/>
                  <a:pt x="9" y="929"/>
                  <a:pt x="6" y="926"/>
                </a:cubicBezTo>
                <a:cubicBezTo>
                  <a:pt x="2" y="923"/>
                  <a:pt x="0" y="919"/>
                  <a:pt x="0" y="913"/>
                </a:cubicBezTo>
                <a:cubicBezTo>
                  <a:pt x="0" y="907"/>
                  <a:pt x="54" y="756"/>
                  <a:pt x="163" y="459"/>
                </a:cubicBezTo>
                <a:cubicBezTo>
                  <a:pt x="271" y="163"/>
                  <a:pt x="326" y="12"/>
                  <a:pt x="328" y="9"/>
                </a:cubicBezTo>
                <a:cubicBezTo>
                  <a:pt x="330" y="3"/>
                  <a:pt x="335" y="0"/>
                  <a:pt x="343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0549800" y="3038400"/>
            <a:ext cx="567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and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345720" y="3598560"/>
            <a:ext cx="163080" cy="151920"/>
          </a:xfrm>
          <a:custGeom>
            <a:avLst/>
            <a:gdLst>
              <a:gd name="textAreaLeft" fmla="*/ 0 w 163080"/>
              <a:gd name="textAreaRight" fmla="*/ 163440 w 16308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454" h="423">
                <a:moveTo>
                  <a:pt x="16" y="143"/>
                </a:moveTo>
                <a:cubicBezTo>
                  <a:pt x="20" y="116"/>
                  <a:pt x="37" y="86"/>
                  <a:pt x="66" y="52"/>
                </a:cubicBezTo>
                <a:cubicBezTo>
                  <a:pt x="95" y="18"/>
                  <a:pt x="131" y="1"/>
                  <a:pt x="174" y="0"/>
                </a:cubicBezTo>
                <a:cubicBezTo>
                  <a:pt x="196" y="0"/>
                  <a:pt x="216" y="6"/>
                  <a:pt x="235" y="17"/>
                </a:cubicBezTo>
                <a:cubicBezTo>
                  <a:pt x="253" y="28"/>
                  <a:pt x="266" y="42"/>
                  <a:pt x="275" y="59"/>
                </a:cubicBezTo>
                <a:cubicBezTo>
                  <a:pt x="301" y="20"/>
                  <a:pt x="332" y="0"/>
                  <a:pt x="369" y="0"/>
                </a:cubicBezTo>
                <a:cubicBezTo>
                  <a:pt x="392" y="0"/>
                  <a:pt x="411" y="7"/>
                  <a:pt x="428" y="21"/>
                </a:cubicBezTo>
                <a:cubicBezTo>
                  <a:pt x="445" y="34"/>
                  <a:pt x="454" y="53"/>
                  <a:pt x="454" y="76"/>
                </a:cubicBezTo>
                <a:cubicBezTo>
                  <a:pt x="454" y="94"/>
                  <a:pt x="450" y="108"/>
                  <a:pt x="441" y="119"/>
                </a:cubicBezTo>
                <a:cubicBezTo>
                  <a:pt x="433" y="130"/>
                  <a:pt x="424" y="137"/>
                  <a:pt x="416" y="140"/>
                </a:cubicBezTo>
                <a:cubicBezTo>
                  <a:pt x="408" y="142"/>
                  <a:pt x="401" y="143"/>
                  <a:pt x="395" y="143"/>
                </a:cubicBezTo>
                <a:cubicBezTo>
                  <a:pt x="383" y="143"/>
                  <a:pt x="373" y="140"/>
                  <a:pt x="366" y="133"/>
                </a:cubicBezTo>
                <a:cubicBezTo>
                  <a:pt x="358" y="126"/>
                  <a:pt x="355" y="117"/>
                  <a:pt x="355" y="106"/>
                </a:cubicBezTo>
                <a:cubicBezTo>
                  <a:pt x="355" y="78"/>
                  <a:pt x="370" y="58"/>
                  <a:pt x="401" y="48"/>
                </a:cubicBezTo>
                <a:cubicBezTo>
                  <a:pt x="394" y="40"/>
                  <a:pt x="382" y="36"/>
                  <a:pt x="364" y="36"/>
                </a:cubicBezTo>
                <a:cubicBezTo>
                  <a:pt x="356" y="36"/>
                  <a:pt x="350" y="36"/>
                  <a:pt x="346" y="37"/>
                </a:cubicBezTo>
                <a:cubicBezTo>
                  <a:pt x="323" y="47"/>
                  <a:pt x="305" y="68"/>
                  <a:pt x="294" y="99"/>
                </a:cubicBezTo>
                <a:cubicBezTo>
                  <a:pt x="257" y="236"/>
                  <a:pt x="238" y="316"/>
                  <a:pt x="238" y="340"/>
                </a:cubicBezTo>
                <a:cubicBezTo>
                  <a:pt x="238" y="357"/>
                  <a:pt x="243" y="370"/>
                  <a:pt x="253" y="377"/>
                </a:cubicBezTo>
                <a:cubicBezTo>
                  <a:pt x="263" y="384"/>
                  <a:pt x="274" y="388"/>
                  <a:pt x="286" y="388"/>
                </a:cubicBezTo>
                <a:cubicBezTo>
                  <a:pt x="309" y="388"/>
                  <a:pt x="331" y="378"/>
                  <a:pt x="354" y="357"/>
                </a:cubicBezTo>
                <a:cubicBezTo>
                  <a:pt x="376" y="337"/>
                  <a:pt x="391" y="311"/>
                  <a:pt x="399" y="281"/>
                </a:cubicBezTo>
                <a:cubicBezTo>
                  <a:pt x="401" y="275"/>
                  <a:pt x="403" y="272"/>
                  <a:pt x="405" y="271"/>
                </a:cubicBezTo>
                <a:cubicBezTo>
                  <a:pt x="407" y="270"/>
                  <a:pt x="412" y="270"/>
                  <a:pt x="420" y="269"/>
                </a:cubicBezTo>
                <a:lnTo>
                  <a:pt x="424" y="269"/>
                </a:lnTo>
                <a:cubicBezTo>
                  <a:pt x="433" y="269"/>
                  <a:pt x="438" y="272"/>
                  <a:pt x="438" y="276"/>
                </a:cubicBezTo>
                <a:cubicBezTo>
                  <a:pt x="438" y="277"/>
                  <a:pt x="437" y="280"/>
                  <a:pt x="436" y="287"/>
                </a:cubicBezTo>
                <a:cubicBezTo>
                  <a:pt x="426" y="323"/>
                  <a:pt x="407" y="354"/>
                  <a:pt x="378" y="382"/>
                </a:cubicBezTo>
                <a:cubicBezTo>
                  <a:pt x="349" y="409"/>
                  <a:pt x="316" y="423"/>
                  <a:pt x="278" y="423"/>
                </a:cubicBezTo>
                <a:cubicBezTo>
                  <a:pt x="235" y="423"/>
                  <a:pt x="201" y="403"/>
                  <a:pt x="179" y="364"/>
                </a:cubicBezTo>
                <a:cubicBezTo>
                  <a:pt x="153" y="402"/>
                  <a:pt x="124" y="422"/>
                  <a:pt x="91" y="422"/>
                </a:cubicBezTo>
                <a:lnTo>
                  <a:pt x="86" y="422"/>
                </a:lnTo>
                <a:cubicBezTo>
                  <a:pt x="55" y="422"/>
                  <a:pt x="34" y="414"/>
                  <a:pt x="21" y="397"/>
                </a:cubicBezTo>
                <a:cubicBezTo>
                  <a:pt x="8" y="381"/>
                  <a:pt x="1" y="364"/>
                  <a:pt x="0" y="346"/>
                </a:cubicBezTo>
                <a:cubicBezTo>
                  <a:pt x="0" y="326"/>
                  <a:pt x="6" y="309"/>
                  <a:pt x="18" y="297"/>
                </a:cubicBezTo>
                <a:cubicBezTo>
                  <a:pt x="30" y="285"/>
                  <a:pt x="44" y="278"/>
                  <a:pt x="60" y="278"/>
                </a:cubicBezTo>
                <a:cubicBezTo>
                  <a:pt x="86" y="278"/>
                  <a:pt x="100" y="291"/>
                  <a:pt x="100" y="317"/>
                </a:cubicBezTo>
                <a:cubicBezTo>
                  <a:pt x="100" y="331"/>
                  <a:pt x="96" y="342"/>
                  <a:pt x="89" y="351"/>
                </a:cubicBezTo>
                <a:cubicBezTo>
                  <a:pt x="81" y="360"/>
                  <a:pt x="74" y="366"/>
                  <a:pt x="67" y="370"/>
                </a:cubicBezTo>
                <a:cubicBezTo>
                  <a:pt x="60" y="373"/>
                  <a:pt x="56" y="374"/>
                  <a:pt x="55" y="374"/>
                </a:cubicBezTo>
                <a:lnTo>
                  <a:pt x="52" y="375"/>
                </a:lnTo>
                <a:cubicBezTo>
                  <a:pt x="52" y="376"/>
                  <a:pt x="54" y="377"/>
                  <a:pt x="58" y="379"/>
                </a:cubicBezTo>
                <a:cubicBezTo>
                  <a:pt x="62" y="381"/>
                  <a:pt x="67" y="383"/>
                  <a:pt x="73" y="385"/>
                </a:cubicBezTo>
                <a:cubicBezTo>
                  <a:pt x="79" y="388"/>
                  <a:pt x="85" y="389"/>
                  <a:pt x="90" y="388"/>
                </a:cubicBezTo>
                <a:cubicBezTo>
                  <a:pt x="113" y="388"/>
                  <a:pt x="132" y="374"/>
                  <a:pt x="148" y="346"/>
                </a:cubicBezTo>
                <a:cubicBezTo>
                  <a:pt x="154" y="336"/>
                  <a:pt x="161" y="314"/>
                  <a:pt x="170" y="282"/>
                </a:cubicBezTo>
                <a:cubicBezTo>
                  <a:pt x="178" y="250"/>
                  <a:pt x="187" y="216"/>
                  <a:pt x="196" y="182"/>
                </a:cubicBezTo>
                <a:cubicBezTo>
                  <a:pt x="204" y="147"/>
                  <a:pt x="209" y="126"/>
                  <a:pt x="210" y="120"/>
                </a:cubicBezTo>
                <a:cubicBezTo>
                  <a:pt x="214" y="103"/>
                  <a:pt x="215" y="91"/>
                  <a:pt x="215" y="84"/>
                </a:cubicBezTo>
                <a:cubicBezTo>
                  <a:pt x="215" y="67"/>
                  <a:pt x="210" y="54"/>
                  <a:pt x="201" y="47"/>
                </a:cubicBezTo>
                <a:cubicBezTo>
                  <a:pt x="192" y="39"/>
                  <a:pt x="181" y="36"/>
                  <a:pt x="170" y="36"/>
                </a:cubicBezTo>
                <a:cubicBezTo>
                  <a:pt x="145" y="36"/>
                  <a:pt x="121" y="45"/>
                  <a:pt x="100" y="65"/>
                </a:cubicBezTo>
                <a:cubicBezTo>
                  <a:pt x="78" y="85"/>
                  <a:pt x="63" y="111"/>
                  <a:pt x="54" y="142"/>
                </a:cubicBezTo>
                <a:cubicBezTo>
                  <a:pt x="53" y="147"/>
                  <a:pt x="51" y="150"/>
                  <a:pt x="50" y="151"/>
                </a:cubicBezTo>
                <a:cubicBezTo>
                  <a:pt x="48" y="152"/>
                  <a:pt x="43" y="152"/>
                  <a:pt x="35" y="153"/>
                </a:cubicBezTo>
                <a:lnTo>
                  <a:pt x="22" y="153"/>
                </a:lnTo>
                <a:cubicBezTo>
                  <a:pt x="18" y="149"/>
                  <a:pt x="16" y="146"/>
                  <a:pt x="16" y="14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544440" y="3495600"/>
            <a:ext cx="130320" cy="334800"/>
          </a:xfrm>
          <a:custGeom>
            <a:avLst/>
            <a:gdLst>
              <a:gd name="textAreaLeft" fmla="*/ 0 w 130320"/>
              <a:gd name="textAreaRight" fmla="*/ 130680 w 13032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363" h="931">
                <a:moveTo>
                  <a:pt x="342" y="0"/>
                </a:moveTo>
                <a:cubicBezTo>
                  <a:pt x="348" y="0"/>
                  <a:pt x="352" y="2"/>
                  <a:pt x="356" y="5"/>
                </a:cubicBezTo>
                <a:cubicBezTo>
                  <a:pt x="360" y="9"/>
                  <a:pt x="363" y="13"/>
                  <a:pt x="363" y="18"/>
                </a:cubicBezTo>
                <a:cubicBezTo>
                  <a:pt x="363" y="21"/>
                  <a:pt x="308" y="172"/>
                  <a:pt x="201" y="468"/>
                </a:cubicBezTo>
                <a:cubicBezTo>
                  <a:pt x="94" y="763"/>
                  <a:pt x="38" y="915"/>
                  <a:pt x="34" y="922"/>
                </a:cubicBezTo>
                <a:cubicBezTo>
                  <a:pt x="30" y="928"/>
                  <a:pt x="25" y="931"/>
                  <a:pt x="19" y="931"/>
                </a:cubicBezTo>
                <a:cubicBezTo>
                  <a:pt x="14" y="931"/>
                  <a:pt x="10" y="929"/>
                  <a:pt x="6" y="926"/>
                </a:cubicBezTo>
                <a:cubicBezTo>
                  <a:pt x="3" y="923"/>
                  <a:pt x="0" y="919"/>
                  <a:pt x="0" y="913"/>
                </a:cubicBezTo>
                <a:cubicBezTo>
                  <a:pt x="0" y="907"/>
                  <a:pt x="55" y="756"/>
                  <a:pt x="163" y="459"/>
                </a:cubicBezTo>
                <a:cubicBezTo>
                  <a:pt x="271" y="163"/>
                  <a:pt x="325" y="12"/>
                  <a:pt x="327" y="9"/>
                </a:cubicBezTo>
                <a:cubicBezTo>
                  <a:pt x="330" y="3"/>
                  <a:pt x="335" y="0"/>
                  <a:pt x="342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704640" y="3517560"/>
            <a:ext cx="340200" cy="228960"/>
          </a:xfrm>
          <a:custGeom>
            <a:avLst/>
            <a:gdLst>
              <a:gd name="textAreaLeft" fmla="*/ 0 w 340200"/>
              <a:gd name="textAreaRight" fmla="*/ 340560 w 340200"/>
              <a:gd name="textAreaTop" fmla="*/ 0 h 228960"/>
              <a:gd name="textAreaBottom" fmla="*/ 229320 h 228960"/>
            </a:gdLst>
            <a:ahLst/>
            <a:cxnLst/>
            <a:rect l="textAreaLeft" t="textAreaTop" r="textAreaRight" b="textAreaBottom"/>
            <a:pathLst>
              <a:path w="946" h="637">
                <a:moveTo>
                  <a:pt x="237" y="51"/>
                </a:moveTo>
                <a:cubicBezTo>
                  <a:pt x="237" y="48"/>
                  <a:pt x="219" y="45"/>
                  <a:pt x="184" y="44"/>
                </a:cubicBezTo>
                <a:cubicBezTo>
                  <a:pt x="169" y="44"/>
                  <a:pt x="159" y="44"/>
                  <a:pt x="155" y="43"/>
                </a:cubicBezTo>
                <a:cubicBezTo>
                  <a:pt x="150" y="42"/>
                  <a:pt x="148" y="39"/>
                  <a:pt x="148" y="34"/>
                </a:cubicBezTo>
                <a:cubicBezTo>
                  <a:pt x="148" y="33"/>
                  <a:pt x="149" y="30"/>
                  <a:pt x="150" y="23"/>
                </a:cubicBezTo>
                <a:cubicBezTo>
                  <a:pt x="151" y="21"/>
                  <a:pt x="151" y="19"/>
                  <a:pt x="152" y="17"/>
                </a:cubicBezTo>
                <a:cubicBezTo>
                  <a:pt x="153" y="14"/>
                  <a:pt x="153" y="13"/>
                  <a:pt x="153" y="12"/>
                </a:cubicBezTo>
                <a:cubicBezTo>
                  <a:pt x="153" y="12"/>
                  <a:pt x="154" y="10"/>
                  <a:pt x="155" y="8"/>
                </a:cubicBezTo>
                <a:cubicBezTo>
                  <a:pt x="156" y="5"/>
                  <a:pt x="157" y="4"/>
                  <a:pt x="157" y="5"/>
                </a:cubicBezTo>
                <a:cubicBezTo>
                  <a:pt x="157" y="5"/>
                  <a:pt x="158" y="5"/>
                  <a:pt x="160" y="3"/>
                </a:cubicBezTo>
                <a:cubicBezTo>
                  <a:pt x="163" y="1"/>
                  <a:pt x="164" y="0"/>
                  <a:pt x="165" y="1"/>
                </a:cubicBezTo>
                <a:cubicBezTo>
                  <a:pt x="166" y="2"/>
                  <a:pt x="168" y="2"/>
                  <a:pt x="172" y="1"/>
                </a:cubicBezTo>
                <a:cubicBezTo>
                  <a:pt x="177" y="0"/>
                  <a:pt x="181" y="0"/>
                  <a:pt x="184" y="0"/>
                </a:cubicBezTo>
                <a:cubicBezTo>
                  <a:pt x="187" y="0"/>
                  <a:pt x="197" y="0"/>
                  <a:pt x="212" y="0"/>
                </a:cubicBezTo>
                <a:cubicBezTo>
                  <a:pt x="226" y="0"/>
                  <a:pt x="240" y="0"/>
                  <a:pt x="253" y="1"/>
                </a:cubicBezTo>
                <a:cubicBezTo>
                  <a:pt x="302" y="1"/>
                  <a:pt x="331" y="1"/>
                  <a:pt x="338" y="1"/>
                </a:cubicBezTo>
                <a:cubicBezTo>
                  <a:pt x="346" y="1"/>
                  <a:pt x="350" y="3"/>
                  <a:pt x="353" y="6"/>
                </a:cubicBezTo>
                <a:cubicBezTo>
                  <a:pt x="354" y="8"/>
                  <a:pt x="365" y="97"/>
                  <a:pt x="387" y="269"/>
                </a:cubicBezTo>
                <a:lnTo>
                  <a:pt x="421" y="529"/>
                </a:lnTo>
                <a:lnTo>
                  <a:pt x="442" y="494"/>
                </a:lnTo>
                <a:cubicBezTo>
                  <a:pt x="457" y="472"/>
                  <a:pt x="477" y="441"/>
                  <a:pt x="502" y="401"/>
                </a:cubicBezTo>
                <a:cubicBezTo>
                  <a:pt x="527" y="361"/>
                  <a:pt x="554" y="318"/>
                  <a:pt x="584" y="271"/>
                </a:cubicBezTo>
                <a:cubicBezTo>
                  <a:pt x="692" y="98"/>
                  <a:pt x="747" y="10"/>
                  <a:pt x="748" y="8"/>
                </a:cubicBezTo>
                <a:cubicBezTo>
                  <a:pt x="750" y="8"/>
                  <a:pt x="751" y="7"/>
                  <a:pt x="752" y="6"/>
                </a:cubicBezTo>
                <a:cubicBezTo>
                  <a:pt x="753" y="4"/>
                  <a:pt x="755" y="4"/>
                  <a:pt x="756" y="3"/>
                </a:cubicBezTo>
                <a:lnTo>
                  <a:pt x="761" y="1"/>
                </a:lnTo>
                <a:lnTo>
                  <a:pt x="851" y="1"/>
                </a:lnTo>
                <a:cubicBezTo>
                  <a:pt x="861" y="1"/>
                  <a:pt x="874" y="1"/>
                  <a:pt x="888" y="1"/>
                </a:cubicBezTo>
                <a:cubicBezTo>
                  <a:pt x="902" y="1"/>
                  <a:pt x="911" y="1"/>
                  <a:pt x="915" y="0"/>
                </a:cubicBezTo>
                <a:cubicBezTo>
                  <a:pt x="936" y="0"/>
                  <a:pt x="946" y="4"/>
                  <a:pt x="946" y="10"/>
                </a:cubicBezTo>
                <a:cubicBezTo>
                  <a:pt x="946" y="13"/>
                  <a:pt x="946" y="19"/>
                  <a:pt x="944" y="26"/>
                </a:cubicBezTo>
                <a:cubicBezTo>
                  <a:pt x="942" y="34"/>
                  <a:pt x="941" y="38"/>
                  <a:pt x="941" y="38"/>
                </a:cubicBezTo>
                <a:cubicBezTo>
                  <a:pt x="938" y="42"/>
                  <a:pt x="927" y="44"/>
                  <a:pt x="906" y="44"/>
                </a:cubicBezTo>
                <a:cubicBezTo>
                  <a:pt x="882" y="44"/>
                  <a:pt x="866" y="45"/>
                  <a:pt x="859" y="47"/>
                </a:cubicBezTo>
                <a:cubicBezTo>
                  <a:pt x="852" y="48"/>
                  <a:pt x="847" y="51"/>
                  <a:pt x="842" y="57"/>
                </a:cubicBezTo>
                <a:cubicBezTo>
                  <a:pt x="840" y="60"/>
                  <a:pt x="818" y="149"/>
                  <a:pt x="775" y="321"/>
                </a:cubicBezTo>
                <a:cubicBezTo>
                  <a:pt x="732" y="493"/>
                  <a:pt x="710" y="581"/>
                  <a:pt x="709" y="582"/>
                </a:cubicBezTo>
                <a:cubicBezTo>
                  <a:pt x="709" y="585"/>
                  <a:pt x="710" y="586"/>
                  <a:pt x="710" y="587"/>
                </a:cubicBezTo>
                <a:cubicBezTo>
                  <a:pt x="711" y="588"/>
                  <a:pt x="713" y="589"/>
                  <a:pt x="717" y="591"/>
                </a:cubicBezTo>
                <a:cubicBezTo>
                  <a:pt x="720" y="593"/>
                  <a:pt x="726" y="593"/>
                  <a:pt x="732" y="593"/>
                </a:cubicBezTo>
                <a:cubicBezTo>
                  <a:pt x="739" y="592"/>
                  <a:pt x="751" y="593"/>
                  <a:pt x="764" y="595"/>
                </a:cubicBezTo>
                <a:lnTo>
                  <a:pt x="793" y="595"/>
                </a:lnTo>
                <a:cubicBezTo>
                  <a:pt x="797" y="600"/>
                  <a:pt x="799" y="604"/>
                  <a:pt x="799" y="605"/>
                </a:cubicBezTo>
                <a:cubicBezTo>
                  <a:pt x="799" y="615"/>
                  <a:pt x="796" y="624"/>
                  <a:pt x="792" y="633"/>
                </a:cubicBezTo>
                <a:cubicBezTo>
                  <a:pt x="789" y="636"/>
                  <a:pt x="784" y="637"/>
                  <a:pt x="777" y="637"/>
                </a:cubicBezTo>
                <a:cubicBezTo>
                  <a:pt x="774" y="637"/>
                  <a:pt x="761" y="637"/>
                  <a:pt x="738" y="636"/>
                </a:cubicBezTo>
                <a:cubicBezTo>
                  <a:pt x="716" y="636"/>
                  <a:pt x="687" y="635"/>
                  <a:pt x="652" y="635"/>
                </a:cubicBezTo>
                <a:cubicBezTo>
                  <a:pt x="615" y="635"/>
                  <a:pt x="586" y="635"/>
                  <a:pt x="567" y="635"/>
                </a:cubicBezTo>
                <a:cubicBezTo>
                  <a:pt x="548" y="635"/>
                  <a:pt x="537" y="636"/>
                  <a:pt x="534" y="636"/>
                </a:cubicBezTo>
                <a:cubicBezTo>
                  <a:pt x="524" y="636"/>
                  <a:pt x="519" y="633"/>
                  <a:pt x="519" y="627"/>
                </a:cubicBezTo>
                <a:cubicBezTo>
                  <a:pt x="519" y="626"/>
                  <a:pt x="519" y="622"/>
                  <a:pt x="520" y="614"/>
                </a:cubicBezTo>
                <a:cubicBezTo>
                  <a:pt x="523" y="604"/>
                  <a:pt x="525" y="599"/>
                  <a:pt x="528" y="597"/>
                </a:cubicBezTo>
                <a:cubicBezTo>
                  <a:pt x="530" y="596"/>
                  <a:pt x="537" y="595"/>
                  <a:pt x="549" y="595"/>
                </a:cubicBezTo>
                <a:cubicBezTo>
                  <a:pt x="566" y="595"/>
                  <a:pt x="585" y="594"/>
                  <a:pt x="605" y="592"/>
                </a:cubicBezTo>
                <a:cubicBezTo>
                  <a:pt x="614" y="590"/>
                  <a:pt x="620" y="586"/>
                  <a:pt x="623" y="581"/>
                </a:cubicBezTo>
                <a:cubicBezTo>
                  <a:pt x="624" y="578"/>
                  <a:pt x="636" y="533"/>
                  <a:pt x="658" y="445"/>
                </a:cubicBezTo>
                <a:cubicBezTo>
                  <a:pt x="680" y="357"/>
                  <a:pt x="702" y="269"/>
                  <a:pt x="724" y="182"/>
                </a:cubicBezTo>
                <a:cubicBezTo>
                  <a:pt x="746" y="94"/>
                  <a:pt x="758" y="49"/>
                  <a:pt x="758" y="49"/>
                </a:cubicBezTo>
                <a:lnTo>
                  <a:pt x="576" y="338"/>
                </a:lnTo>
                <a:cubicBezTo>
                  <a:pt x="455" y="531"/>
                  <a:pt x="392" y="630"/>
                  <a:pt x="389" y="633"/>
                </a:cubicBezTo>
                <a:cubicBezTo>
                  <a:pt x="388" y="633"/>
                  <a:pt x="387" y="634"/>
                  <a:pt x="386" y="635"/>
                </a:cubicBezTo>
                <a:cubicBezTo>
                  <a:pt x="382" y="636"/>
                  <a:pt x="377" y="637"/>
                  <a:pt x="371" y="637"/>
                </a:cubicBezTo>
                <a:cubicBezTo>
                  <a:pt x="361" y="637"/>
                  <a:pt x="356" y="635"/>
                  <a:pt x="354" y="631"/>
                </a:cubicBezTo>
                <a:cubicBezTo>
                  <a:pt x="353" y="628"/>
                  <a:pt x="340" y="532"/>
                  <a:pt x="316" y="342"/>
                </a:cubicBezTo>
                <a:lnTo>
                  <a:pt x="279" y="56"/>
                </a:lnTo>
                <a:lnTo>
                  <a:pt x="216" y="308"/>
                </a:lnTo>
                <a:cubicBezTo>
                  <a:pt x="175" y="473"/>
                  <a:pt x="154" y="558"/>
                  <a:pt x="154" y="564"/>
                </a:cubicBezTo>
                <a:cubicBezTo>
                  <a:pt x="158" y="584"/>
                  <a:pt x="180" y="595"/>
                  <a:pt x="221" y="595"/>
                </a:cubicBezTo>
                <a:lnTo>
                  <a:pt x="230" y="595"/>
                </a:lnTo>
                <a:cubicBezTo>
                  <a:pt x="234" y="598"/>
                  <a:pt x="236" y="600"/>
                  <a:pt x="237" y="603"/>
                </a:cubicBezTo>
                <a:cubicBezTo>
                  <a:pt x="237" y="605"/>
                  <a:pt x="236" y="611"/>
                  <a:pt x="234" y="620"/>
                </a:cubicBezTo>
                <a:cubicBezTo>
                  <a:pt x="231" y="630"/>
                  <a:pt x="229" y="635"/>
                  <a:pt x="226" y="636"/>
                </a:cubicBezTo>
                <a:cubicBezTo>
                  <a:pt x="224" y="637"/>
                  <a:pt x="221" y="637"/>
                  <a:pt x="216" y="637"/>
                </a:cubicBezTo>
                <a:cubicBezTo>
                  <a:pt x="215" y="637"/>
                  <a:pt x="211" y="637"/>
                  <a:pt x="205" y="637"/>
                </a:cubicBezTo>
                <a:cubicBezTo>
                  <a:pt x="199" y="637"/>
                  <a:pt x="188" y="637"/>
                  <a:pt x="173" y="636"/>
                </a:cubicBezTo>
                <a:cubicBezTo>
                  <a:pt x="159" y="636"/>
                  <a:pt x="139" y="635"/>
                  <a:pt x="114" y="635"/>
                </a:cubicBezTo>
                <a:cubicBezTo>
                  <a:pt x="95" y="635"/>
                  <a:pt x="76" y="636"/>
                  <a:pt x="56" y="636"/>
                </a:cubicBezTo>
                <a:cubicBezTo>
                  <a:pt x="36" y="637"/>
                  <a:pt x="25" y="637"/>
                  <a:pt x="22" y="637"/>
                </a:cubicBezTo>
                <a:cubicBezTo>
                  <a:pt x="13" y="637"/>
                  <a:pt x="7" y="637"/>
                  <a:pt x="4" y="635"/>
                </a:cubicBezTo>
                <a:cubicBezTo>
                  <a:pt x="2" y="634"/>
                  <a:pt x="0" y="631"/>
                  <a:pt x="0" y="627"/>
                </a:cubicBezTo>
                <a:cubicBezTo>
                  <a:pt x="0" y="626"/>
                  <a:pt x="1" y="622"/>
                  <a:pt x="3" y="614"/>
                </a:cubicBezTo>
                <a:cubicBezTo>
                  <a:pt x="5" y="607"/>
                  <a:pt x="7" y="602"/>
                  <a:pt x="8" y="600"/>
                </a:cubicBezTo>
                <a:cubicBezTo>
                  <a:pt x="9" y="596"/>
                  <a:pt x="16" y="595"/>
                  <a:pt x="28" y="595"/>
                </a:cubicBezTo>
                <a:cubicBezTo>
                  <a:pt x="72" y="595"/>
                  <a:pt x="99" y="582"/>
                  <a:pt x="111" y="557"/>
                </a:cubicBezTo>
                <a:cubicBezTo>
                  <a:pt x="114" y="554"/>
                  <a:pt x="135" y="471"/>
                  <a:pt x="175" y="308"/>
                </a:cubicBezTo>
                <a:cubicBezTo>
                  <a:pt x="216" y="146"/>
                  <a:pt x="236" y="59"/>
                  <a:pt x="237" y="5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052760" y="3598560"/>
            <a:ext cx="163080" cy="220320"/>
          </a:xfrm>
          <a:custGeom>
            <a:avLst/>
            <a:gdLst>
              <a:gd name="textAreaLeft" fmla="*/ 0 w 163080"/>
              <a:gd name="textAreaRight" fmla="*/ 163440 w 163080"/>
              <a:gd name="textAreaTop" fmla="*/ 0 h 220320"/>
              <a:gd name="textAreaBottom" fmla="*/ 220680 h 220320"/>
            </a:gdLst>
            <a:ahLst/>
            <a:cxnLst/>
            <a:rect l="textAreaLeft" t="textAreaTop" r="textAreaRight" b="textAreaBottom"/>
            <a:pathLst>
              <a:path w="454" h="613">
                <a:moveTo>
                  <a:pt x="32" y="613"/>
                </a:moveTo>
                <a:cubicBezTo>
                  <a:pt x="12" y="613"/>
                  <a:pt x="1" y="604"/>
                  <a:pt x="0" y="585"/>
                </a:cubicBezTo>
                <a:cubicBezTo>
                  <a:pt x="0" y="579"/>
                  <a:pt x="15" y="513"/>
                  <a:pt x="46" y="388"/>
                </a:cubicBezTo>
                <a:cubicBezTo>
                  <a:pt x="78" y="263"/>
                  <a:pt x="95" y="198"/>
                  <a:pt x="98" y="195"/>
                </a:cubicBezTo>
                <a:cubicBezTo>
                  <a:pt x="108" y="161"/>
                  <a:pt x="125" y="127"/>
                  <a:pt x="149" y="94"/>
                </a:cubicBezTo>
                <a:cubicBezTo>
                  <a:pt x="192" y="41"/>
                  <a:pt x="241" y="10"/>
                  <a:pt x="297" y="1"/>
                </a:cubicBezTo>
                <a:cubicBezTo>
                  <a:pt x="298" y="1"/>
                  <a:pt x="300" y="1"/>
                  <a:pt x="304" y="1"/>
                </a:cubicBezTo>
                <a:cubicBezTo>
                  <a:pt x="308" y="1"/>
                  <a:pt x="311" y="1"/>
                  <a:pt x="313" y="0"/>
                </a:cubicBezTo>
                <a:cubicBezTo>
                  <a:pt x="359" y="0"/>
                  <a:pt x="393" y="15"/>
                  <a:pt x="418" y="45"/>
                </a:cubicBezTo>
                <a:cubicBezTo>
                  <a:pt x="442" y="75"/>
                  <a:pt x="454" y="112"/>
                  <a:pt x="454" y="156"/>
                </a:cubicBezTo>
                <a:cubicBezTo>
                  <a:pt x="454" y="191"/>
                  <a:pt x="446" y="225"/>
                  <a:pt x="432" y="259"/>
                </a:cubicBezTo>
                <a:cubicBezTo>
                  <a:pt x="417" y="292"/>
                  <a:pt x="398" y="321"/>
                  <a:pt x="375" y="344"/>
                </a:cubicBezTo>
                <a:cubicBezTo>
                  <a:pt x="352" y="366"/>
                  <a:pt x="327" y="385"/>
                  <a:pt x="300" y="400"/>
                </a:cubicBezTo>
                <a:cubicBezTo>
                  <a:pt x="274" y="415"/>
                  <a:pt x="249" y="422"/>
                  <a:pt x="227" y="422"/>
                </a:cubicBezTo>
                <a:lnTo>
                  <a:pt x="217" y="422"/>
                </a:lnTo>
                <a:lnTo>
                  <a:pt x="210" y="422"/>
                </a:lnTo>
                <a:cubicBezTo>
                  <a:pt x="179" y="422"/>
                  <a:pt x="153" y="408"/>
                  <a:pt x="133" y="380"/>
                </a:cubicBezTo>
                <a:lnTo>
                  <a:pt x="128" y="374"/>
                </a:lnTo>
                <a:lnTo>
                  <a:pt x="103" y="478"/>
                </a:lnTo>
                <a:cubicBezTo>
                  <a:pt x="88" y="539"/>
                  <a:pt x="79" y="573"/>
                  <a:pt x="76" y="581"/>
                </a:cubicBezTo>
                <a:cubicBezTo>
                  <a:pt x="74" y="589"/>
                  <a:pt x="69" y="595"/>
                  <a:pt x="64" y="600"/>
                </a:cubicBezTo>
                <a:cubicBezTo>
                  <a:pt x="54" y="609"/>
                  <a:pt x="44" y="613"/>
                  <a:pt x="32" y="613"/>
                </a:cubicBezTo>
                <a:moveTo>
                  <a:pt x="374" y="113"/>
                </a:moveTo>
                <a:cubicBezTo>
                  <a:pt x="374" y="89"/>
                  <a:pt x="369" y="70"/>
                  <a:pt x="358" y="56"/>
                </a:cubicBezTo>
                <a:cubicBezTo>
                  <a:pt x="348" y="42"/>
                  <a:pt x="332" y="35"/>
                  <a:pt x="312" y="35"/>
                </a:cubicBezTo>
                <a:cubicBezTo>
                  <a:pt x="290" y="35"/>
                  <a:pt x="268" y="44"/>
                  <a:pt x="246" y="62"/>
                </a:cubicBezTo>
                <a:cubicBezTo>
                  <a:pt x="225" y="80"/>
                  <a:pt x="207" y="104"/>
                  <a:pt x="194" y="133"/>
                </a:cubicBezTo>
                <a:cubicBezTo>
                  <a:pt x="186" y="153"/>
                  <a:pt x="174" y="193"/>
                  <a:pt x="159" y="254"/>
                </a:cubicBezTo>
                <a:lnTo>
                  <a:pt x="143" y="317"/>
                </a:lnTo>
                <a:cubicBezTo>
                  <a:pt x="154" y="365"/>
                  <a:pt x="180" y="388"/>
                  <a:pt x="221" y="388"/>
                </a:cubicBezTo>
                <a:cubicBezTo>
                  <a:pt x="245" y="388"/>
                  <a:pt x="268" y="377"/>
                  <a:pt x="290" y="355"/>
                </a:cubicBezTo>
                <a:cubicBezTo>
                  <a:pt x="311" y="336"/>
                  <a:pt x="328" y="306"/>
                  <a:pt x="341" y="265"/>
                </a:cubicBezTo>
                <a:cubicBezTo>
                  <a:pt x="355" y="224"/>
                  <a:pt x="364" y="191"/>
                  <a:pt x="368" y="165"/>
                </a:cubicBezTo>
                <a:cubicBezTo>
                  <a:pt x="373" y="139"/>
                  <a:pt x="374" y="122"/>
                  <a:pt x="374" y="11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228440" y="3517920"/>
            <a:ext cx="286920" cy="228600"/>
          </a:xfrm>
          <a:custGeom>
            <a:avLst/>
            <a:gdLst>
              <a:gd name="textAreaLeft" fmla="*/ 0 w 286920"/>
              <a:gd name="textAreaRight" fmla="*/ 287280 w 286920"/>
              <a:gd name="textAreaTop" fmla="*/ 0 h 228600"/>
              <a:gd name="textAreaBottom" fmla="*/ 228960 h 228600"/>
            </a:gdLst>
            <a:ahLst/>
            <a:cxnLst/>
            <a:rect l="textAreaLeft" t="textAreaTop" r="textAreaRight" b="textAreaBottom"/>
            <a:pathLst>
              <a:path w="798" h="636">
                <a:moveTo>
                  <a:pt x="189" y="43"/>
                </a:moveTo>
                <a:cubicBezTo>
                  <a:pt x="187" y="43"/>
                  <a:pt x="185" y="43"/>
                  <a:pt x="182" y="43"/>
                </a:cubicBezTo>
                <a:cubicBezTo>
                  <a:pt x="166" y="43"/>
                  <a:pt x="157" y="43"/>
                  <a:pt x="154" y="42"/>
                </a:cubicBezTo>
                <a:cubicBezTo>
                  <a:pt x="151" y="41"/>
                  <a:pt x="149" y="38"/>
                  <a:pt x="149" y="32"/>
                </a:cubicBezTo>
                <a:cubicBezTo>
                  <a:pt x="149" y="15"/>
                  <a:pt x="152" y="5"/>
                  <a:pt x="159" y="1"/>
                </a:cubicBezTo>
                <a:cubicBezTo>
                  <a:pt x="161" y="0"/>
                  <a:pt x="191" y="0"/>
                  <a:pt x="250" y="0"/>
                </a:cubicBezTo>
                <a:cubicBezTo>
                  <a:pt x="298" y="0"/>
                  <a:pt x="326" y="0"/>
                  <a:pt x="332" y="0"/>
                </a:cubicBezTo>
                <a:cubicBezTo>
                  <a:pt x="339" y="0"/>
                  <a:pt x="344" y="2"/>
                  <a:pt x="345" y="6"/>
                </a:cubicBezTo>
                <a:cubicBezTo>
                  <a:pt x="476" y="314"/>
                  <a:pt x="543" y="472"/>
                  <a:pt x="545" y="480"/>
                </a:cubicBezTo>
                <a:lnTo>
                  <a:pt x="596" y="282"/>
                </a:lnTo>
                <a:cubicBezTo>
                  <a:pt x="628" y="151"/>
                  <a:pt x="645" y="81"/>
                  <a:pt x="645" y="73"/>
                </a:cubicBezTo>
                <a:cubicBezTo>
                  <a:pt x="645" y="55"/>
                  <a:pt x="625" y="45"/>
                  <a:pt x="585" y="43"/>
                </a:cubicBezTo>
                <a:cubicBezTo>
                  <a:pt x="570" y="43"/>
                  <a:pt x="563" y="39"/>
                  <a:pt x="563" y="33"/>
                </a:cubicBezTo>
                <a:cubicBezTo>
                  <a:pt x="563" y="31"/>
                  <a:pt x="564" y="28"/>
                  <a:pt x="565" y="21"/>
                </a:cubicBezTo>
                <a:cubicBezTo>
                  <a:pt x="567" y="12"/>
                  <a:pt x="569" y="6"/>
                  <a:pt x="570" y="4"/>
                </a:cubicBezTo>
                <a:cubicBezTo>
                  <a:pt x="572" y="2"/>
                  <a:pt x="575" y="1"/>
                  <a:pt x="580" y="0"/>
                </a:cubicBezTo>
                <a:cubicBezTo>
                  <a:pt x="582" y="0"/>
                  <a:pt x="591" y="0"/>
                  <a:pt x="609" y="1"/>
                </a:cubicBezTo>
                <a:cubicBezTo>
                  <a:pt x="626" y="2"/>
                  <a:pt x="652" y="2"/>
                  <a:pt x="686" y="3"/>
                </a:cubicBezTo>
                <a:cubicBezTo>
                  <a:pt x="717" y="3"/>
                  <a:pt x="740" y="3"/>
                  <a:pt x="757" y="2"/>
                </a:cubicBezTo>
                <a:cubicBezTo>
                  <a:pt x="773" y="1"/>
                  <a:pt x="782" y="1"/>
                  <a:pt x="784" y="1"/>
                </a:cubicBezTo>
                <a:cubicBezTo>
                  <a:pt x="794" y="1"/>
                  <a:pt x="798" y="4"/>
                  <a:pt x="798" y="10"/>
                </a:cubicBezTo>
                <a:cubicBezTo>
                  <a:pt x="798" y="24"/>
                  <a:pt x="796" y="33"/>
                  <a:pt x="791" y="38"/>
                </a:cubicBezTo>
                <a:cubicBezTo>
                  <a:pt x="790" y="41"/>
                  <a:pt x="783" y="43"/>
                  <a:pt x="770" y="43"/>
                </a:cubicBezTo>
                <a:cubicBezTo>
                  <a:pt x="726" y="45"/>
                  <a:pt x="699" y="58"/>
                  <a:pt x="688" y="81"/>
                </a:cubicBezTo>
                <a:lnTo>
                  <a:pt x="549" y="630"/>
                </a:lnTo>
                <a:cubicBezTo>
                  <a:pt x="548" y="634"/>
                  <a:pt x="541" y="636"/>
                  <a:pt x="530" y="636"/>
                </a:cubicBezTo>
                <a:cubicBezTo>
                  <a:pt x="521" y="636"/>
                  <a:pt x="516" y="636"/>
                  <a:pt x="514" y="634"/>
                </a:cubicBezTo>
                <a:cubicBezTo>
                  <a:pt x="512" y="633"/>
                  <a:pt x="472" y="539"/>
                  <a:pt x="394" y="353"/>
                </a:cubicBezTo>
                <a:lnTo>
                  <a:pt x="276" y="75"/>
                </a:lnTo>
                <a:lnTo>
                  <a:pt x="214" y="316"/>
                </a:lnTo>
                <a:cubicBezTo>
                  <a:pt x="174" y="475"/>
                  <a:pt x="154" y="557"/>
                  <a:pt x="154" y="563"/>
                </a:cubicBezTo>
                <a:cubicBezTo>
                  <a:pt x="157" y="583"/>
                  <a:pt x="179" y="594"/>
                  <a:pt x="221" y="594"/>
                </a:cubicBezTo>
                <a:lnTo>
                  <a:pt x="230" y="594"/>
                </a:lnTo>
                <a:cubicBezTo>
                  <a:pt x="234" y="597"/>
                  <a:pt x="236" y="599"/>
                  <a:pt x="236" y="601"/>
                </a:cubicBezTo>
                <a:cubicBezTo>
                  <a:pt x="236" y="603"/>
                  <a:pt x="235" y="609"/>
                  <a:pt x="234" y="619"/>
                </a:cubicBezTo>
                <a:cubicBezTo>
                  <a:pt x="231" y="627"/>
                  <a:pt x="228" y="633"/>
                  <a:pt x="224" y="636"/>
                </a:cubicBezTo>
                <a:lnTo>
                  <a:pt x="212" y="636"/>
                </a:lnTo>
                <a:cubicBezTo>
                  <a:pt x="193" y="635"/>
                  <a:pt x="160" y="634"/>
                  <a:pt x="112" y="634"/>
                </a:cubicBezTo>
                <a:cubicBezTo>
                  <a:pt x="94" y="634"/>
                  <a:pt x="79" y="634"/>
                  <a:pt x="64" y="634"/>
                </a:cubicBezTo>
                <a:cubicBezTo>
                  <a:pt x="50" y="634"/>
                  <a:pt x="39" y="634"/>
                  <a:pt x="30" y="634"/>
                </a:cubicBezTo>
                <a:cubicBezTo>
                  <a:pt x="21" y="634"/>
                  <a:pt x="16" y="635"/>
                  <a:pt x="14" y="635"/>
                </a:cubicBezTo>
                <a:cubicBezTo>
                  <a:pt x="5" y="635"/>
                  <a:pt x="0" y="633"/>
                  <a:pt x="0" y="627"/>
                </a:cubicBezTo>
                <a:cubicBezTo>
                  <a:pt x="0" y="625"/>
                  <a:pt x="1" y="620"/>
                  <a:pt x="3" y="612"/>
                </a:cubicBezTo>
                <a:cubicBezTo>
                  <a:pt x="5" y="605"/>
                  <a:pt x="6" y="600"/>
                  <a:pt x="8" y="599"/>
                </a:cubicBezTo>
                <a:cubicBezTo>
                  <a:pt x="9" y="595"/>
                  <a:pt x="16" y="594"/>
                  <a:pt x="29" y="594"/>
                </a:cubicBezTo>
                <a:cubicBezTo>
                  <a:pt x="71" y="592"/>
                  <a:pt x="98" y="580"/>
                  <a:pt x="111" y="557"/>
                </a:cubicBezTo>
                <a:cubicBezTo>
                  <a:pt x="113" y="554"/>
                  <a:pt x="135" y="468"/>
                  <a:pt x="177" y="300"/>
                </a:cubicBezTo>
                <a:lnTo>
                  <a:pt x="240" y="46"/>
                </a:lnTo>
                <a:cubicBezTo>
                  <a:pt x="239" y="45"/>
                  <a:pt x="222" y="44"/>
                  <a:pt x="189" y="4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728360" y="3448080"/>
            <a:ext cx="46004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suggest similarity between power 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0191600" y="3551400"/>
            <a:ext cx="222840" cy="222840"/>
          </a:xfrm>
          <a:custGeom>
            <a:avLst/>
            <a:gdLst>
              <a:gd name="textAreaLeft" fmla="*/ 0 w 222840"/>
              <a:gd name="textAreaRight" fmla="*/ 223200 w 22284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620" h="620">
                <a:moveTo>
                  <a:pt x="13" y="291"/>
                </a:moveTo>
                <a:lnTo>
                  <a:pt x="291" y="291"/>
                </a:lnTo>
                <a:lnTo>
                  <a:pt x="291" y="152"/>
                </a:lnTo>
                <a:lnTo>
                  <a:pt x="292" y="12"/>
                </a:lnTo>
                <a:cubicBezTo>
                  <a:pt x="298" y="4"/>
                  <a:pt x="304" y="0"/>
                  <a:pt x="309" y="0"/>
                </a:cubicBezTo>
                <a:cubicBezTo>
                  <a:pt x="317" y="0"/>
                  <a:pt x="324" y="5"/>
                  <a:pt x="328" y="14"/>
                </a:cubicBezTo>
                <a:lnTo>
                  <a:pt x="328" y="291"/>
                </a:lnTo>
                <a:lnTo>
                  <a:pt x="606" y="291"/>
                </a:lnTo>
                <a:cubicBezTo>
                  <a:pt x="615" y="296"/>
                  <a:pt x="620" y="302"/>
                  <a:pt x="620" y="310"/>
                </a:cubicBezTo>
                <a:cubicBezTo>
                  <a:pt x="620" y="317"/>
                  <a:pt x="615" y="323"/>
                  <a:pt x="606" y="328"/>
                </a:cubicBezTo>
                <a:lnTo>
                  <a:pt x="328" y="328"/>
                </a:lnTo>
                <a:lnTo>
                  <a:pt x="328" y="607"/>
                </a:lnTo>
                <a:cubicBezTo>
                  <a:pt x="323" y="615"/>
                  <a:pt x="317" y="620"/>
                  <a:pt x="311" y="620"/>
                </a:cubicBezTo>
                <a:lnTo>
                  <a:pt x="309" y="620"/>
                </a:lnTo>
                <a:lnTo>
                  <a:pt x="307" y="620"/>
                </a:lnTo>
                <a:cubicBezTo>
                  <a:pt x="300" y="620"/>
                  <a:pt x="294" y="615"/>
                  <a:pt x="291" y="607"/>
                </a:cubicBezTo>
                <a:lnTo>
                  <a:pt x="291" y="328"/>
                </a:lnTo>
                <a:lnTo>
                  <a:pt x="13" y="328"/>
                </a:lnTo>
                <a:cubicBezTo>
                  <a:pt x="4" y="324"/>
                  <a:pt x="0" y="318"/>
                  <a:pt x="0" y="310"/>
                </a:cubicBezTo>
                <a:cubicBezTo>
                  <a:pt x="0" y="302"/>
                  <a:pt x="4" y="296"/>
                  <a:pt x="13" y="2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0451880" y="3495600"/>
            <a:ext cx="129960" cy="334800"/>
          </a:xfrm>
          <a:custGeom>
            <a:avLst/>
            <a:gdLst>
              <a:gd name="textAreaLeft" fmla="*/ 0 w 129960"/>
              <a:gd name="textAreaRight" fmla="*/ 130320 w 12996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362" h="931">
                <a:moveTo>
                  <a:pt x="343" y="0"/>
                </a:moveTo>
                <a:cubicBezTo>
                  <a:pt x="348" y="0"/>
                  <a:pt x="353" y="2"/>
                  <a:pt x="357" y="5"/>
                </a:cubicBezTo>
                <a:cubicBezTo>
                  <a:pt x="360" y="9"/>
                  <a:pt x="362" y="13"/>
                  <a:pt x="362" y="18"/>
                </a:cubicBezTo>
                <a:cubicBezTo>
                  <a:pt x="362" y="21"/>
                  <a:pt x="309" y="172"/>
                  <a:pt x="200" y="468"/>
                </a:cubicBezTo>
                <a:cubicBezTo>
                  <a:pt x="93" y="763"/>
                  <a:pt x="37" y="915"/>
                  <a:pt x="34" y="922"/>
                </a:cubicBezTo>
                <a:cubicBezTo>
                  <a:pt x="29" y="928"/>
                  <a:pt x="24" y="931"/>
                  <a:pt x="18" y="931"/>
                </a:cubicBezTo>
                <a:cubicBezTo>
                  <a:pt x="14" y="931"/>
                  <a:pt x="10" y="929"/>
                  <a:pt x="6" y="926"/>
                </a:cubicBezTo>
                <a:cubicBezTo>
                  <a:pt x="2" y="923"/>
                  <a:pt x="0" y="919"/>
                  <a:pt x="0" y="913"/>
                </a:cubicBezTo>
                <a:cubicBezTo>
                  <a:pt x="0" y="907"/>
                  <a:pt x="54" y="756"/>
                  <a:pt x="162" y="459"/>
                </a:cubicBezTo>
                <a:cubicBezTo>
                  <a:pt x="270" y="163"/>
                  <a:pt x="326" y="12"/>
                  <a:pt x="328" y="9"/>
                </a:cubicBezTo>
                <a:cubicBezTo>
                  <a:pt x="330" y="3"/>
                  <a:pt x="335" y="0"/>
                  <a:pt x="343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0612440" y="3517560"/>
            <a:ext cx="340200" cy="228960"/>
          </a:xfrm>
          <a:custGeom>
            <a:avLst/>
            <a:gdLst>
              <a:gd name="textAreaLeft" fmla="*/ 0 w 340200"/>
              <a:gd name="textAreaRight" fmla="*/ 340560 w 340200"/>
              <a:gd name="textAreaTop" fmla="*/ 0 h 228960"/>
              <a:gd name="textAreaBottom" fmla="*/ 229320 h 228960"/>
            </a:gdLst>
            <a:ahLst/>
            <a:cxnLst/>
            <a:rect l="textAreaLeft" t="textAreaTop" r="textAreaRight" b="textAreaBottom"/>
            <a:pathLst>
              <a:path w="946" h="637">
                <a:moveTo>
                  <a:pt x="236" y="51"/>
                </a:moveTo>
                <a:cubicBezTo>
                  <a:pt x="236" y="48"/>
                  <a:pt x="218" y="45"/>
                  <a:pt x="183" y="44"/>
                </a:cubicBezTo>
                <a:cubicBezTo>
                  <a:pt x="168" y="44"/>
                  <a:pt x="159" y="44"/>
                  <a:pt x="154" y="43"/>
                </a:cubicBezTo>
                <a:cubicBezTo>
                  <a:pt x="150" y="42"/>
                  <a:pt x="148" y="39"/>
                  <a:pt x="148" y="34"/>
                </a:cubicBezTo>
                <a:cubicBezTo>
                  <a:pt x="148" y="33"/>
                  <a:pt x="148" y="30"/>
                  <a:pt x="150" y="23"/>
                </a:cubicBezTo>
                <a:cubicBezTo>
                  <a:pt x="150" y="21"/>
                  <a:pt x="151" y="19"/>
                  <a:pt x="151" y="17"/>
                </a:cubicBezTo>
                <a:cubicBezTo>
                  <a:pt x="152" y="14"/>
                  <a:pt x="152" y="13"/>
                  <a:pt x="152" y="12"/>
                </a:cubicBezTo>
                <a:cubicBezTo>
                  <a:pt x="152" y="12"/>
                  <a:pt x="153" y="10"/>
                  <a:pt x="154" y="8"/>
                </a:cubicBezTo>
                <a:cubicBezTo>
                  <a:pt x="155" y="5"/>
                  <a:pt x="156" y="4"/>
                  <a:pt x="156" y="5"/>
                </a:cubicBezTo>
                <a:cubicBezTo>
                  <a:pt x="156" y="5"/>
                  <a:pt x="157" y="5"/>
                  <a:pt x="160" y="3"/>
                </a:cubicBezTo>
                <a:cubicBezTo>
                  <a:pt x="162" y="1"/>
                  <a:pt x="164" y="0"/>
                  <a:pt x="164" y="1"/>
                </a:cubicBezTo>
                <a:cubicBezTo>
                  <a:pt x="165" y="2"/>
                  <a:pt x="168" y="2"/>
                  <a:pt x="172" y="1"/>
                </a:cubicBezTo>
                <a:cubicBezTo>
                  <a:pt x="176" y="0"/>
                  <a:pt x="180" y="0"/>
                  <a:pt x="183" y="0"/>
                </a:cubicBezTo>
                <a:cubicBezTo>
                  <a:pt x="187" y="0"/>
                  <a:pt x="196" y="0"/>
                  <a:pt x="211" y="0"/>
                </a:cubicBezTo>
                <a:cubicBezTo>
                  <a:pt x="226" y="0"/>
                  <a:pt x="240" y="0"/>
                  <a:pt x="253" y="1"/>
                </a:cubicBezTo>
                <a:cubicBezTo>
                  <a:pt x="303" y="1"/>
                  <a:pt x="331" y="1"/>
                  <a:pt x="338" y="1"/>
                </a:cubicBezTo>
                <a:cubicBezTo>
                  <a:pt x="346" y="1"/>
                  <a:pt x="351" y="3"/>
                  <a:pt x="353" y="6"/>
                </a:cubicBezTo>
                <a:cubicBezTo>
                  <a:pt x="354" y="8"/>
                  <a:pt x="365" y="97"/>
                  <a:pt x="388" y="269"/>
                </a:cubicBezTo>
                <a:lnTo>
                  <a:pt x="421" y="529"/>
                </a:lnTo>
                <a:lnTo>
                  <a:pt x="443" y="494"/>
                </a:lnTo>
                <a:cubicBezTo>
                  <a:pt x="458" y="472"/>
                  <a:pt x="477" y="441"/>
                  <a:pt x="502" y="401"/>
                </a:cubicBezTo>
                <a:cubicBezTo>
                  <a:pt x="527" y="361"/>
                  <a:pt x="554" y="318"/>
                  <a:pt x="584" y="271"/>
                </a:cubicBezTo>
                <a:cubicBezTo>
                  <a:pt x="693" y="98"/>
                  <a:pt x="747" y="10"/>
                  <a:pt x="749" y="8"/>
                </a:cubicBezTo>
                <a:cubicBezTo>
                  <a:pt x="749" y="8"/>
                  <a:pt x="750" y="7"/>
                  <a:pt x="751" y="6"/>
                </a:cubicBezTo>
                <a:cubicBezTo>
                  <a:pt x="753" y="4"/>
                  <a:pt x="754" y="4"/>
                  <a:pt x="755" y="3"/>
                </a:cubicBezTo>
                <a:lnTo>
                  <a:pt x="761" y="1"/>
                </a:lnTo>
                <a:lnTo>
                  <a:pt x="850" y="1"/>
                </a:lnTo>
                <a:cubicBezTo>
                  <a:pt x="861" y="1"/>
                  <a:pt x="873" y="1"/>
                  <a:pt x="887" y="1"/>
                </a:cubicBezTo>
                <a:cubicBezTo>
                  <a:pt x="902" y="1"/>
                  <a:pt x="911" y="1"/>
                  <a:pt x="914" y="0"/>
                </a:cubicBezTo>
                <a:cubicBezTo>
                  <a:pt x="935" y="0"/>
                  <a:pt x="946" y="4"/>
                  <a:pt x="946" y="10"/>
                </a:cubicBezTo>
                <a:cubicBezTo>
                  <a:pt x="946" y="13"/>
                  <a:pt x="945" y="19"/>
                  <a:pt x="943" y="26"/>
                </a:cubicBezTo>
                <a:cubicBezTo>
                  <a:pt x="941" y="34"/>
                  <a:pt x="940" y="38"/>
                  <a:pt x="940" y="38"/>
                </a:cubicBezTo>
                <a:cubicBezTo>
                  <a:pt x="938" y="42"/>
                  <a:pt x="926" y="44"/>
                  <a:pt x="906" y="44"/>
                </a:cubicBezTo>
                <a:cubicBezTo>
                  <a:pt x="881" y="44"/>
                  <a:pt x="865" y="45"/>
                  <a:pt x="858" y="47"/>
                </a:cubicBezTo>
                <a:cubicBezTo>
                  <a:pt x="852" y="48"/>
                  <a:pt x="846" y="51"/>
                  <a:pt x="842" y="57"/>
                </a:cubicBezTo>
                <a:cubicBezTo>
                  <a:pt x="840" y="60"/>
                  <a:pt x="818" y="149"/>
                  <a:pt x="775" y="321"/>
                </a:cubicBezTo>
                <a:cubicBezTo>
                  <a:pt x="732" y="493"/>
                  <a:pt x="710" y="581"/>
                  <a:pt x="710" y="582"/>
                </a:cubicBezTo>
                <a:cubicBezTo>
                  <a:pt x="710" y="585"/>
                  <a:pt x="710" y="586"/>
                  <a:pt x="711" y="587"/>
                </a:cubicBezTo>
                <a:cubicBezTo>
                  <a:pt x="711" y="588"/>
                  <a:pt x="713" y="589"/>
                  <a:pt x="717" y="591"/>
                </a:cubicBezTo>
                <a:cubicBezTo>
                  <a:pt x="721" y="593"/>
                  <a:pt x="726" y="593"/>
                  <a:pt x="733" y="593"/>
                </a:cubicBezTo>
                <a:cubicBezTo>
                  <a:pt x="740" y="592"/>
                  <a:pt x="750" y="593"/>
                  <a:pt x="764" y="595"/>
                </a:cubicBezTo>
                <a:lnTo>
                  <a:pt x="792" y="595"/>
                </a:lnTo>
                <a:cubicBezTo>
                  <a:pt x="796" y="600"/>
                  <a:pt x="798" y="604"/>
                  <a:pt x="798" y="605"/>
                </a:cubicBezTo>
                <a:cubicBezTo>
                  <a:pt x="798" y="615"/>
                  <a:pt x="796" y="624"/>
                  <a:pt x="791" y="633"/>
                </a:cubicBezTo>
                <a:cubicBezTo>
                  <a:pt x="788" y="636"/>
                  <a:pt x="783" y="637"/>
                  <a:pt x="777" y="637"/>
                </a:cubicBezTo>
                <a:cubicBezTo>
                  <a:pt x="774" y="637"/>
                  <a:pt x="761" y="637"/>
                  <a:pt x="738" y="636"/>
                </a:cubicBezTo>
                <a:cubicBezTo>
                  <a:pt x="716" y="636"/>
                  <a:pt x="688" y="635"/>
                  <a:pt x="653" y="635"/>
                </a:cubicBezTo>
                <a:cubicBezTo>
                  <a:pt x="615" y="635"/>
                  <a:pt x="587" y="635"/>
                  <a:pt x="567" y="635"/>
                </a:cubicBezTo>
                <a:cubicBezTo>
                  <a:pt x="548" y="635"/>
                  <a:pt x="537" y="636"/>
                  <a:pt x="535" y="636"/>
                </a:cubicBezTo>
                <a:cubicBezTo>
                  <a:pt x="524" y="636"/>
                  <a:pt x="519" y="633"/>
                  <a:pt x="519" y="627"/>
                </a:cubicBezTo>
                <a:cubicBezTo>
                  <a:pt x="519" y="626"/>
                  <a:pt x="520" y="622"/>
                  <a:pt x="521" y="614"/>
                </a:cubicBezTo>
                <a:cubicBezTo>
                  <a:pt x="523" y="604"/>
                  <a:pt x="526" y="599"/>
                  <a:pt x="528" y="597"/>
                </a:cubicBezTo>
                <a:cubicBezTo>
                  <a:pt x="531" y="596"/>
                  <a:pt x="538" y="595"/>
                  <a:pt x="550" y="595"/>
                </a:cubicBezTo>
                <a:cubicBezTo>
                  <a:pt x="566" y="595"/>
                  <a:pt x="585" y="594"/>
                  <a:pt x="605" y="592"/>
                </a:cubicBezTo>
                <a:cubicBezTo>
                  <a:pt x="614" y="590"/>
                  <a:pt x="620" y="586"/>
                  <a:pt x="623" y="581"/>
                </a:cubicBezTo>
                <a:cubicBezTo>
                  <a:pt x="624" y="578"/>
                  <a:pt x="636" y="533"/>
                  <a:pt x="658" y="445"/>
                </a:cubicBezTo>
                <a:cubicBezTo>
                  <a:pt x="681" y="357"/>
                  <a:pt x="703" y="269"/>
                  <a:pt x="725" y="182"/>
                </a:cubicBezTo>
                <a:cubicBezTo>
                  <a:pt x="746" y="94"/>
                  <a:pt x="757" y="49"/>
                  <a:pt x="757" y="49"/>
                </a:cubicBezTo>
                <a:lnTo>
                  <a:pt x="577" y="338"/>
                </a:lnTo>
                <a:cubicBezTo>
                  <a:pt x="455" y="531"/>
                  <a:pt x="393" y="630"/>
                  <a:pt x="390" y="633"/>
                </a:cubicBezTo>
                <a:cubicBezTo>
                  <a:pt x="388" y="633"/>
                  <a:pt x="387" y="634"/>
                  <a:pt x="386" y="635"/>
                </a:cubicBezTo>
                <a:cubicBezTo>
                  <a:pt x="383" y="636"/>
                  <a:pt x="378" y="637"/>
                  <a:pt x="371" y="637"/>
                </a:cubicBezTo>
                <a:cubicBezTo>
                  <a:pt x="362" y="637"/>
                  <a:pt x="356" y="635"/>
                  <a:pt x="354" y="631"/>
                </a:cubicBezTo>
                <a:cubicBezTo>
                  <a:pt x="353" y="628"/>
                  <a:pt x="340" y="532"/>
                  <a:pt x="316" y="342"/>
                </a:cubicBezTo>
                <a:lnTo>
                  <a:pt x="279" y="56"/>
                </a:lnTo>
                <a:lnTo>
                  <a:pt x="216" y="308"/>
                </a:lnTo>
                <a:cubicBezTo>
                  <a:pt x="174" y="473"/>
                  <a:pt x="153" y="558"/>
                  <a:pt x="153" y="564"/>
                </a:cubicBezTo>
                <a:cubicBezTo>
                  <a:pt x="157" y="584"/>
                  <a:pt x="179" y="595"/>
                  <a:pt x="220" y="595"/>
                </a:cubicBezTo>
                <a:lnTo>
                  <a:pt x="230" y="595"/>
                </a:lnTo>
                <a:cubicBezTo>
                  <a:pt x="233" y="598"/>
                  <a:pt x="235" y="600"/>
                  <a:pt x="236" y="603"/>
                </a:cubicBezTo>
                <a:cubicBezTo>
                  <a:pt x="237" y="605"/>
                  <a:pt x="236" y="611"/>
                  <a:pt x="233" y="620"/>
                </a:cubicBezTo>
                <a:cubicBezTo>
                  <a:pt x="231" y="630"/>
                  <a:pt x="228" y="635"/>
                  <a:pt x="226" y="636"/>
                </a:cubicBezTo>
                <a:cubicBezTo>
                  <a:pt x="223" y="637"/>
                  <a:pt x="220" y="637"/>
                  <a:pt x="216" y="637"/>
                </a:cubicBezTo>
                <a:cubicBezTo>
                  <a:pt x="214" y="637"/>
                  <a:pt x="211" y="637"/>
                  <a:pt x="204" y="637"/>
                </a:cubicBezTo>
                <a:cubicBezTo>
                  <a:pt x="198" y="637"/>
                  <a:pt x="188" y="637"/>
                  <a:pt x="173" y="636"/>
                </a:cubicBezTo>
                <a:cubicBezTo>
                  <a:pt x="158" y="636"/>
                  <a:pt x="138" y="635"/>
                  <a:pt x="113" y="635"/>
                </a:cubicBezTo>
                <a:cubicBezTo>
                  <a:pt x="95" y="635"/>
                  <a:pt x="75" y="636"/>
                  <a:pt x="56" y="636"/>
                </a:cubicBezTo>
                <a:cubicBezTo>
                  <a:pt x="36" y="637"/>
                  <a:pt x="24" y="637"/>
                  <a:pt x="21" y="637"/>
                </a:cubicBezTo>
                <a:cubicBezTo>
                  <a:pt x="12" y="637"/>
                  <a:pt x="6" y="637"/>
                  <a:pt x="4" y="635"/>
                </a:cubicBezTo>
                <a:cubicBezTo>
                  <a:pt x="1" y="634"/>
                  <a:pt x="0" y="631"/>
                  <a:pt x="0" y="627"/>
                </a:cubicBezTo>
                <a:cubicBezTo>
                  <a:pt x="0" y="626"/>
                  <a:pt x="1" y="622"/>
                  <a:pt x="3" y="614"/>
                </a:cubicBezTo>
                <a:cubicBezTo>
                  <a:pt x="4" y="607"/>
                  <a:pt x="6" y="602"/>
                  <a:pt x="7" y="600"/>
                </a:cubicBezTo>
                <a:cubicBezTo>
                  <a:pt x="9" y="596"/>
                  <a:pt x="15" y="595"/>
                  <a:pt x="28" y="595"/>
                </a:cubicBezTo>
                <a:cubicBezTo>
                  <a:pt x="71" y="595"/>
                  <a:pt x="99" y="582"/>
                  <a:pt x="111" y="557"/>
                </a:cubicBezTo>
                <a:cubicBezTo>
                  <a:pt x="113" y="554"/>
                  <a:pt x="134" y="471"/>
                  <a:pt x="175" y="308"/>
                </a:cubicBezTo>
                <a:cubicBezTo>
                  <a:pt x="215" y="146"/>
                  <a:pt x="235" y="59"/>
                  <a:pt x="236" y="5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0960200" y="3598560"/>
            <a:ext cx="163080" cy="220320"/>
          </a:xfrm>
          <a:custGeom>
            <a:avLst/>
            <a:gdLst>
              <a:gd name="textAreaLeft" fmla="*/ 0 w 163080"/>
              <a:gd name="textAreaRight" fmla="*/ 163440 w 163080"/>
              <a:gd name="textAreaTop" fmla="*/ 0 h 220320"/>
              <a:gd name="textAreaBottom" fmla="*/ 220680 h 220320"/>
            </a:gdLst>
            <a:ahLst/>
            <a:cxnLst/>
            <a:rect l="textAreaLeft" t="textAreaTop" r="textAreaRight" b="textAreaBottom"/>
            <a:pathLst>
              <a:path w="454" h="613">
                <a:moveTo>
                  <a:pt x="33" y="613"/>
                </a:moveTo>
                <a:cubicBezTo>
                  <a:pt x="12" y="613"/>
                  <a:pt x="2" y="604"/>
                  <a:pt x="0" y="585"/>
                </a:cubicBezTo>
                <a:cubicBezTo>
                  <a:pt x="0" y="579"/>
                  <a:pt x="16" y="513"/>
                  <a:pt x="47" y="388"/>
                </a:cubicBezTo>
                <a:cubicBezTo>
                  <a:pt x="79" y="263"/>
                  <a:pt x="96" y="198"/>
                  <a:pt x="98" y="195"/>
                </a:cubicBezTo>
                <a:cubicBezTo>
                  <a:pt x="108" y="161"/>
                  <a:pt x="125" y="127"/>
                  <a:pt x="149" y="94"/>
                </a:cubicBezTo>
                <a:cubicBezTo>
                  <a:pt x="193" y="41"/>
                  <a:pt x="242" y="10"/>
                  <a:pt x="297" y="1"/>
                </a:cubicBezTo>
                <a:cubicBezTo>
                  <a:pt x="298" y="1"/>
                  <a:pt x="301" y="1"/>
                  <a:pt x="305" y="1"/>
                </a:cubicBezTo>
                <a:cubicBezTo>
                  <a:pt x="308" y="1"/>
                  <a:pt x="311" y="1"/>
                  <a:pt x="314" y="0"/>
                </a:cubicBezTo>
                <a:cubicBezTo>
                  <a:pt x="359" y="0"/>
                  <a:pt x="394" y="15"/>
                  <a:pt x="418" y="45"/>
                </a:cubicBezTo>
                <a:cubicBezTo>
                  <a:pt x="442" y="75"/>
                  <a:pt x="454" y="112"/>
                  <a:pt x="454" y="156"/>
                </a:cubicBezTo>
                <a:cubicBezTo>
                  <a:pt x="454" y="191"/>
                  <a:pt x="447" y="225"/>
                  <a:pt x="432" y="259"/>
                </a:cubicBezTo>
                <a:cubicBezTo>
                  <a:pt x="417" y="292"/>
                  <a:pt x="398" y="321"/>
                  <a:pt x="375" y="344"/>
                </a:cubicBezTo>
                <a:cubicBezTo>
                  <a:pt x="352" y="366"/>
                  <a:pt x="327" y="385"/>
                  <a:pt x="301" y="400"/>
                </a:cubicBezTo>
                <a:cubicBezTo>
                  <a:pt x="274" y="415"/>
                  <a:pt x="250" y="422"/>
                  <a:pt x="227" y="422"/>
                </a:cubicBezTo>
                <a:lnTo>
                  <a:pt x="217" y="422"/>
                </a:lnTo>
                <a:lnTo>
                  <a:pt x="211" y="422"/>
                </a:lnTo>
                <a:cubicBezTo>
                  <a:pt x="179" y="422"/>
                  <a:pt x="153" y="408"/>
                  <a:pt x="133" y="380"/>
                </a:cubicBezTo>
                <a:lnTo>
                  <a:pt x="129" y="374"/>
                </a:lnTo>
                <a:lnTo>
                  <a:pt x="104" y="478"/>
                </a:lnTo>
                <a:cubicBezTo>
                  <a:pt x="88" y="539"/>
                  <a:pt x="79" y="573"/>
                  <a:pt x="77" y="581"/>
                </a:cubicBezTo>
                <a:cubicBezTo>
                  <a:pt x="74" y="589"/>
                  <a:pt x="70" y="595"/>
                  <a:pt x="64" y="600"/>
                </a:cubicBezTo>
                <a:cubicBezTo>
                  <a:pt x="55" y="609"/>
                  <a:pt x="44" y="613"/>
                  <a:pt x="33" y="613"/>
                </a:cubicBezTo>
                <a:moveTo>
                  <a:pt x="374" y="113"/>
                </a:moveTo>
                <a:cubicBezTo>
                  <a:pt x="374" y="89"/>
                  <a:pt x="369" y="70"/>
                  <a:pt x="358" y="56"/>
                </a:cubicBezTo>
                <a:cubicBezTo>
                  <a:pt x="348" y="42"/>
                  <a:pt x="332" y="35"/>
                  <a:pt x="312" y="35"/>
                </a:cubicBezTo>
                <a:cubicBezTo>
                  <a:pt x="290" y="35"/>
                  <a:pt x="269" y="44"/>
                  <a:pt x="247" y="62"/>
                </a:cubicBezTo>
                <a:cubicBezTo>
                  <a:pt x="225" y="80"/>
                  <a:pt x="208" y="104"/>
                  <a:pt x="195" y="133"/>
                </a:cubicBezTo>
                <a:cubicBezTo>
                  <a:pt x="186" y="153"/>
                  <a:pt x="174" y="193"/>
                  <a:pt x="159" y="254"/>
                </a:cubicBezTo>
                <a:lnTo>
                  <a:pt x="144" y="317"/>
                </a:lnTo>
                <a:cubicBezTo>
                  <a:pt x="154" y="365"/>
                  <a:pt x="180" y="388"/>
                  <a:pt x="222" y="388"/>
                </a:cubicBezTo>
                <a:cubicBezTo>
                  <a:pt x="245" y="388"/>
                  <a:pt x="268" y="377"/>
                  <a:pt x="291" y="355"/>
                </a:cubicBezTo>
                <a:cubicBezTo>
                  <a:pt x="311" y="336"/>
                  <a:pt x="328" y="306"/>
                  <a:pt x="342" y="265"/>
                </a:cubicBezTo>
                <a:cubicBezTo>
                  <a:pt x="355" y="224"/>
                  <a:pt x="364" y="191"/>
                  <a:pt x="369" y="165"/>
                </a:cubicBezTo>
                <a:cubicBezTo>
                  <a:pt x="373" y="139"/>
                  <a:pt x="375" y="122"/>
                  <a:pt x="374" y="11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1136240" y="3517920"/>
            <a:ext cx="286920" cy="228600"/>
          </a:xfrm>
          <a:custGeom>
            <a:avLst/>
            <a:gdLst>
              <a:gd name="textAreaLeft" fmla="*/ 0 w 286920"/>
              <a:gd name="textAreaRight" fmla="*/ 287280 w 286920"/>
              <a:gd name="textAreaTop" fmla="*/ 0 h 228600"/>
              <a:gd name="textAreaBottom" fmla="*/ 228960 h 228600"/>
            </a:gdLst>
            <a:ahLst/>
            <a:cxnLst/>
            <a:rect l="textAreaLeft" t="textAreaTop" r="textAreaRight" b="textAreaBottom"/>
            <a:pathLst>
              <a:path w="798" h="636">
                <a:moveTo>
                  <a:pt x="188" y="43"/>
                </a:moveTo>
                <a:cubicBezTo>
                  <a:pt x="187" y="43"/>
                  <a:pt x="184" y="43"/>
                  <a:pt x="181" y="43"/>
                </a:cubicBezTo>
                <a:cubicBezTo>
                  <a:pt x="166" y="43"/>
                  <a:pt x="156" y="43"/>
                  <a:pt x="153" y="42"/>
                </a:cubicBezTo>
                <a:cubicBezTo>
                  <a:pt x="150" y="41"/>
                  <a:pt x="148" y="38"/>
                  <a:pt x="148" y="32"/>
                </a:cubicBezTo>
                <a:cubicBezTo>
                  <a:pt x="148" y="15"/>
                  <a:pt x="152" y="5"/>
                  <a:pt x="159" y="1"/>
                </a:cubicBezTo>
                <a:cubicBezTo>
                  <a:pt x="160" y="0"/>
                  <a:pt x="190" y="0"/>
                  <a:pt x="249" y="0"/>
                </a:cubicBezTo>
                <a:cubicBezTo>
                  <a:pt x="297" y="0"/>
                  <a:pt x="324" y="0"/>
                  <a:pt x="331" y="0"/>
                </a:cubicBezTo>
                <a:cubicBezTo>
                  <a:pt x="338" y="0"/>
                  <a:pt x="342" y="2"/>
                  <a:pt x="344" y="6"/>
                </a:cubicBezTo>
                <a:cubicBezTo>
                  <a:pt x="475" y="314"/>
                  <a:pt x="541" y="472"/>
                  <a:pt x="544" y="480"/>
                </a:cubicBezTo>
                <a:lnTo>
                  <a:pt x="595" y="282"/>
                </a:lnTo>
                <a:cubicBezTo>
                  <a:pt x="628" y="151"/>
                  <a:pt x="644" y="81"/>
                  <a:pt x="644" y="73"/>
                </a:cubicBezTo>
                <a:cubicBezTo>
                  <a:pt x="644" y="55"/>
                  <a:pt x="624" y="45"/>
                  <a:pt x="585" y="43"/>
                </a:cubicBezTo>
                <a:cubicBezTo>
                  <a:pt x="570" y="43"/>
                  <a:pt x="562" y="39"/>
                  <a:pt x="562" y="33"/>
                </a:cubicBezTo>
                <a:cubicBezTo>
                  <a:pt x="562" y="31"/>
                  <a:pt x="563" y="28"/>
                  <a:pt x="564" y="21"/>
                </a:cubicBezTo>
                <a:cubicBezTo>
                  <a:pt x="567" y="12"/>
                  <a:pt x="569" y="6"/>
                  <a:pt x="570" y="4"/>
                </a:cubicBezTo>
                <a:cubicBezTo>
                  <a:pt x="571" y="2"/>
                  <a:pt x="574" y="1"/>
                  <a:pt x="579" y="0"/>
                </a:cubicBezTo>
                <a:cubicBezTo>
                  <a:pt x="581" y="0"/>
                  <a:pt x="591" y="0"/>
                  <a:pt x="608" y="1"/>
                </a:cubicBezTo>
                <a:cubicBezTo>
                  <a:pt x="625" y="2"/>
                  <a:pt x="651" y="2"/>
                  <a:pt x="685" y="3"/>
                </a:cubicBezTo>
                <a:cubicBezTo>
                  <a:pt x="716" y="3"/>
                  <a:pt x="740" y="3"/>
                  <a:pt x="756" y="2"/>
                </a:cubicBezTo>
                <a:cubicBezTo>
                  <a:pt x="772" y="1"/>
                  <a:pt x="781" y="1"/>
                  <a:pt x="784" y="1"/>
                </a:cubicBezTo>
                <a:cubicBezTo>
                  <a:pt x="793" y="1"/>
                  <a:pt x="798" y="4"/>
                  <a:pt x="798" y="10"/>
                </a:cubicBezTo>
                <a:cubicBezTo>
                  <a:pt x="798" y="24"/>
                  <a:pt x="795" y="33"/>
                  <a:pt x="790" y="38"/>
                </a:cubicBezTo>
                <a:cubicBezTo>
                  <a:pt x="789" y="41"/>
                  <a:pt x="782" y="43"/>
                  <a:pt x="770" y="43"/>
                </a:cubicBezTo>
                <a:cubicBezTo>
                  <a:pt x="726" y="45"/>
                  <a:pt x="698" y="58"/>
                  <a:pt x="687" y="81"/>
                </a:cubicBezTo>
                <a:lnTo>
                  <a:pt x="549" y="630"/>
                </a:lnTo>
                <a:cubicBezTo>
                  <a:pt x="546" y="634"/>
                  <a:pt x="540" y="636"/>
                  <a:pt x="528" y="636"/>
                </a:cubicBezTo>
                <a:cubicBezTo>
                  <a:pt x="519" y="636"/>
                  <a:pt x="514" y="636"/>
                  <a:pt x="512" y="634"/>
                </a:cubicBezTo>
                <a:cubicBezTo>
                  <a:pt x="510" y="633"/>
                  <a:pt x="470" y="539"/>
                  <a:pt x="392" y="353"/>
                </a:cubicBezTo>
                <a:lnTo>
                  <a:pt x="274" y="75"/>
                </a:lnTo>
                <a:lnTo>
                  <a:pt x="214" y="316"/>
                </a:lnTo>
                <a:cubicBezTo>
                  <a:pt x="173" y="475"/>
                  <a:pt x="153" y="557"/>
                  <a:pt x="153" y="563"/>
                </a:cubicBezTo>
                <a:cubicBezTo>
                  <a:pt x="156" y="583"/>
                  <a:pt x="179" y="594"/>
                  <a:pt x="220" y="594"/>
                </a:cubicBezTo>
                <a:lnTo>
                  <a:pt x="229" y="594"/>
                </a:lnTo>
                <a:cubicBezTo>
                  <a:pt x="233" y="597"/>
                  <a:pt x="235" y="599"/>
                  <a:pt x="235" y="601"/>
                </a:cubicBezTo>
                <a:cubicBezTo>
                  <a:pt x="235" y="603"/>
                  <a:pt x="234" y="609"/>
                  <a:pt x="233" y="619"/>
                </a:cubicBezTo>
                <a:cubicBezTo>
                  <a:pt x="231" y="627"/>
                  <a:pt x="228" y="633"/>
                  <a:pt x="224" y="636"/>
                </a:cubicBezTo>
                <a:lnTo>
                  <a:pt x="212" y="636"/>
                </a:lnTo>
                <a:cubicBezTo>
                  <a:pt x="192" y="635"/>
                  <a:pt x="159" y="634"/>
                  <a:pt x="111" y="634"/>
                </a:cubicBezTo>
                <a:cubicBezTo>
                  <a:pt x="94" y="634"/>
                  <a:pt x="78" y="634"/>
                  <a:pt x="64" y="634"/>
                </a:cubicBezTo>
                <a:cubicBezTo>
                  <a:pt x="50" y="634"/>
                  <a:pt x="38" y="634"/>
                  <a:pt x="29" y="634"/>
                </a:cubicBezTo>
                <a:cubicBezTo>
                  <a:pt x="21" y="634"/>
                  <a:pt x="15" y="635"/>
                  <a:pt x="14" y="635"/>
                </a:cubicBezTo>
                <a:cubicBezTo>
                  <a:pt x="4" y="635"/>
                  <a:pt x="0" y="633"/>
                  <a:pt x="0" y="627"/>
                </a:cubicBezTo>
                <a:cubicBezTo>
                  <a:pt x="0" y="625"/>
                  <a:pt x="1" y="620"/>
                  <a:pt x="2" y="612"/>
                </a:cubicBezTo>
                <a:cubicBezTo>
                  <a:pt x="4" y="605"/>
                  <a:pt x="6" y="600"/>
                  <a:pt x="7" y="599"/>
                </a:cubicBezTo>
                <a:cubicBezTo>
                  <a:pt x="8" y="595"/>
                  <a:pt x="15" y="594"/>
                  <a:pt x="28" y="594"/>
                </a:cubicBezTo>
                <a:cubicBezTo>
                  <a:pt x="71" y="592"/>
                  <a:pt x="98" y="580"/>
                  <a:pt x="110" y="557"/>
                </a:cubicBezTo>
                <a:cubicBezTo>
                  <a:pt x="113" y="554"/>
                  <a:pt x="135" y="468"/>
                  <a:pt x="176" y="300"/>
                </a:cubicBezTo>
                <a:lnTo>
                  <a:pt x="240" y="46"/>
                </a:lnTo>
                <a:cubicBezTo>
                  <a:pt x="238" y="45"/>
                  <a:pt x="221" y="44"/>
                  <a:pt x="188" y="4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511040" y="3448080"/>
            <a:ext cx="26535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) and multiplication 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047600" y="45050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8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8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300320" y="3867120"/>
            <a:ext cx="275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300320" y="4352760"/>
            <a:ext cx="88390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Subordination of Detail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Using arrays and derived functions to hide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780800" y="4911480"/>
            <a:ext cx="130320" cy="130320"/>
          </a:xfrm>
          <a:custGeom>
            <a:avLst/>
            <a:gdLst>
              <a:gd name="textAreaLeft" fmla="*/ 0 w 130320"/>
              <a:gd name="textAreaRight" fmla="*/ 130680 w 130320"/>
              <a:gd name="textAreaTop" fmla="*/ 0 h 130320"/>
              <a:gd name="textAreaBottom" fmla="*/ 130680 h 130320"/>
            </a:gdLst>
            <a:ahLst/>
            <a:cxnLst/>
            <a:rect l="textAreaLeft" t="textAreaTop" r="textAreaRight" b="textAreaBottom"/>
            <a:pathLst>
              <a:path w="363" h="363">
                <a:moveTo>
                  <a:pt x="0" y="179"/>
                </a:moveTo>
                <a:cubicBezTo>
                  <a:pt x="0" y="132"/>
                  <a:pt x="17" y="90"/>
                  <a:pt x="53" y="54"/>
                </a:cubicBezTo>
                <a:cubicBezTo>
                  <a:pt x="88" y="18"/>
                  <a:pt x="131" y="0"/>
                  <a:pt x="180" y="0"/>
                </a:cubicBezTo>
                <a:cubicBezTo>
                  <a:pt x="230" y="0"/>
                  <a:pt x="273" y="17"/>
                  <a:pt x="309" y="52"/>
                </a:cubicBezTo>
                <a:cubicBezTo>
                  <a:pt x="344" y="87"/>
                  <a:pt x="362" y="130"/>
                  <a:pt x="363" y="181"/>
                </a:cubicBezTo>
                <a:cubicBezTo>
                  <a:pt x="363" y="230"/>
                  <a:pt x="345" y="273"/>
                  <a:pt x="311" y="309"/>
                </a:cubicBezTo>
                <a:cubicBezTo>
                  <a:pt x="276" y="345"/>
                  <a:pt x="232" y="363"/>
                  <a:pt x="181" y="363"/>
                </a:cubicBezTo>
                <a:cubicBezTo>
                  <a:pt x="132" y="363"/>
                  <a:pt x="89" y="345"/>
                  <a:pt x="54" y="310"/>
                </a:cubicBezTo>
                <a:cubicBezTo>
                  <a:pt x="18" y="274"/>
                  <a:pt x="0" y="230"/>
                  <a:pt x="0" y="179"/>
                </a:cubicBezTo>
                <a:moveTo>
                  <a:pt x="177" y="38"/>
                </a:moveTo>
                <a:cubicBezTo>
                  <a:pt x="141" y="38"/>
                  <a:pt x="109" y="51"/>
                  <a:pt x="81" y="77"/>
                </a:cubicBezTo>
                <a:cubicBezTo>
                  <a:pt x="52" y="103"/>
                  <a:pt x="38" y="138"/>
                  <a:pt x="38" y="180"/>
                </a:cubicBezTo>
                <a:cubicBezTo>
                  <a:pt x="38" y="222"/>
                  <a:pt x="52" y="257"/>
                  <a:pt x="80" y="284"/>
                </a:cubicBezTo>
                <a:cubicBezTo>
                  <a:pt x="108" y="310"/>
                  <a:pt x="142" y="324"/>
                  <a:pt x="181" y="325"/>
                </a:cubicBezTo>
                <a:cubicBezTo>
                  <a:pt x="202" y="325"/>
                  <a:pt x="222" y="321"/>
                  <a:pt x="240" y="312"/>
                </a:cubicBezTo>
                <a:cubicBezTo>
                  <a:pt x="259" y="304"/>
                  <a:pt x="272" y="296"/>
                  <a:pt x="279" y="288"/>
                </a:cubicBezTo>
                <a:cubicBezTo>
                  <a:pt x="286" y="280"/>
                  <a:pt x="293" y="272"/>
                  <a:pt x="298" y="265"/>
                </a:cubicBezTo>
                <a:cubicBezTo>
                  <a:pt x="316" y="241"/>
                  <a:pt x="325" y="213"/>
                  <a:pt x="325" y="180"/>
                </a:cubicBezTo>
                <a:cubicBezTo>
                  <a:pt x="325" y="141"/>
                  <a:pt x="311" y="108"/>
                  <a:pt x="285" y="80"/>
                </a:cubicBezTo>
                <a:cubicBezTo>
                  <a:pt x="257" y="52"/>
                  <a:pt x="221" y="38"/>
                  <a:pt x="177" y="3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955760" y="5019840"/>
            <a:ext cx="40680" cy="40320"/>
          </a:xfrm>
          <a:custGeom>
            <a:avLst/>
            <a:gdLst>
              <a:gd name="textAreaLeft" fmla="*/ 0 w 40680"/>
              <a:gd name="textAreaRight" fmla="*/ 41040 w 40680"/>
              <a:gd name="textAreaTop" fmla="*/ 0 h 40320"/>
              <a:gd name="textAreaBottom" fmla="*/ 40680 h 40320"/>
            </a:gdLst>
            <a:ahLst/>
            <a:cxnLst/>
            <a:rect l="textAreaLeft" t="textAreaTop" r="textAreaRight" b="textAreaBottom"/>
            <a:pathLst>
              <a:path w="114" h="113">
                <a:moveTo>
                  <a:pt x="0" y="56"/>
                </a:moveTo>
                <a:cubicBezTo>
                  <a:pt x="0" y="41"/>
                  <a:pt x="6" y="28"/>
                  <a:pt x="16" y="17"/>
                </a:cubicBezTo>
                <a:cubicBezTo>
                  <a:pt x="27" y="6"/>
                  <a:pt x="40" y="0"/>
                  <a:pt x="56" y="0"/>
                </a:cubicBezTo>
                <a:cubicBezTo>
                  <a:pt x="72" y="0"/>
                  <a:pt x="85" y="5"/>
                  <a:pt x="96" y="15"/>
                </a:cubicBezTo>
                <a:cubicBezTo>
                  <a:pt x="107" y="25"/>
                  <a:pt x="113" y="38"/>
                  <a:pt x="114" y="55"/>
                </a:cubicBezTo>
                <a:cubicBezTo>
                  <a:pt x="114" y="71"/>
                  <a:pt x="109" y="84"/>
                  <a:pt x="98" y="95"/>
                </a:cubicBezTo>
                <a:cubicBezTo>
                  <a:pt x="87" y="107"/>
                  <a:pt x="74" y="113"/>
                  <a:pt x="57" y="113"/>
                </a:cubicBezTo>
                <a:cubicBezTo>
                  <a:pt x="41" y="113"/>
                  <a:pt x="28" y="108"/>
                  <a:pt x="17" y="96"/>
                </a:cubicBezTo>
                <a:cubicBezTo>
                  <a:pt x="6" y="85"/>
                  <a:pt x="1" y="72"/>
                  <a:pt x="0" y="5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127840" y="4895640"/>
            <a:ext cx="161640" cy="161280"/>
          </a:xfrm>
          <a:custGeom>
            <a:avLst/>
            <a:gdLst>
              <a:gd name="textAreaLeft" fmla="*/ 0 w 161640"/>
              <a:gd name="textAreaRight" fmla="*/ 162000 w 161640"/>
              <a:gd name="textAreaTop" fmla="*/ 0 h 161280"/>
              <a:gd name="textAreaBottom" fmla="*/ 161640 h 161280"/>
            </a:gdLst>
            <a:ahLst/>
            <a:cxnLst/>
            <a:rect l="textAreaLeft" t="textAreaTop" r="textAreaRight" b="textAreaBottom"/>
            <a:pathLst>
              <a:path w="450" h="449">
                <a:moveTo>
                  <a:pt x="450" y="431"/>
                </a:moveTo>
                <a:cubicBezTo>
                  <a:pt x="450" y="443"/>
                  <a:pt x="444" y="449"/>
                  <a:pt x="431" y="449"/>
                </a:cubicBezTo>
                <a:cubicBezTo>
                  <a:pt x="428" y="449"/>
                  <a:pt x="421" y="445"/>
                  <a:pt x="410" y="435"/>
                </a:cubicBezTo>
                <a:cubicBezTo>
                  <a:pt x="400" y="425"/>
                  <a:pt x="371" y="396"/>
                  <a:pt x="322" y="348"/>
                </a:cubicBezTo>
                <a:lnTo>
                  <a:pt x="225" y="251"/>
                </a:lnTo>
                <a:lnTo>
                  <a:pt x="128" y="349"/>
                </a:lnTo>
                <a:cubicBezTo>
                  <a:pt x="62" y="414"/>
                  <a:pt x="28" y="446"/>
                  <a:pt x="26" y="448"/>
                </a:cubicBezTo>
                <a:cubicBezTo>
                  <a:pt x="24" y="449"/>
                  <a:pt x="22" y="449"/>
                  <a:pt x="20" y="449"/>
                </a:cubicBezTo>
                <a:cubicBezTo>
                  <a:pt x="15" y="449"/>
                  <a:pt x="10" y="448"/>
                  <a:pt x="7" y="444"/>
                </a:cubicBezTo>
                <a:cubicBezTo>
                  <a:pt x="3" y="440"/>
                  <a:pt x="1" y="436"/>
                  <a:pt x="0" y="431"/>
                </a:cubicBezTo>
                <a:cubicBezTo>
                  <a:pt x="0" y="427"/>
                  <a:pt x="4" y="420"/>
                  <a:pt x="13" y="410"/>
                </a:cubicBezTo>
                <a:cubicBezTo>
                  <a:pt x="22" y="401"/>
                  <a:pt x="51" y="372"/>
                  <a:pt x="101" y="322"/>
                </a:cubicBezTo>
                <a:lnTo>
                  <a:pt x="197" y="225"/>
                </a:lnTo>
                <a:lnTo>
                  <a:pt x="101" y="129"/>
                </a:lnTo>
                <a:cubicBezTo>
                  <a:pt x="50" y="78"/>
                  <a:pt x="21" y="48"/>
                  <a:pt x="13" y="39"/>
                </a:cubicBezTo>
                <a:cubicBezTo>
                  <a:pt x="5" y="31"/>
                  <a:pt x="1" y="24"/>
                  <a:pt x="0" y="19"/>
                </a:cubicBezTo>
                <a:cubicBezTo>
                  <a:pt x="0" y="13"/>
                  <a:pt x="2" y="9"/>
                  <a:pt x="6" y="6"/>
                </a:cubicBezTo>
                <a:cubicBezTo>
                  <a:pt x="9" y="3"/>
                  <a:pt x="14" y="1"/>
                  <a:pt x="20" y="1"/>
                </a:cubicBezTo>
                <a:cubicBezTo>
                  <a:pt x="23" y="1"/>
                  <a:pt x="25" y="1"/>
                  <a:pt x="26" y="2"/>
                </a:cubicBezTo>
                <a:cubicBezTo>
                  <a:pt x="28" y="3"/>
                  <a:pt x="62" y="36"/>
                  <a:pt x="128" y="102"/>
                </a:cubicBezTo>
                <a:lnTo>
                  <a:pt x="225" y="199"/>
                </a:lnTo>
                <a:lnTo>
                  <a:pt x="322" y="103"/>
                </a:lnTo>
                <a:cubicBezTo>
                  <a:pt x="371" y="54"/>
                  <a:pt x="400" y="25"/>
                  <a:pt x="410" y="15"/>
                </a:cubicBezTo>
                <a:cubicBezTo>
                  <a:pt x="421" y="5"/>
                  <a:pt x="428" y="0"/>
                  <a:pt x="431" y="0"/>
                </a:cubicBezTo>
                <a:cubicBezTo>
                  <a:pt x="444" y="0"/>
                  <a:pt x="450" y="6"/>
                  <a:pt x="450" y="19"/>
                </a:cubicBezTo>
                <a:cubicBezTo>
                  <a:pt x="450" y="23"/>
                  <a:pt x="447" y="29"/>
                  <a:pt x="441" y="35"/>
                </a:cubicBezTo>
                <a:cubicBezTo>
                  <a:pt x="435" y="42"/>
                  <a:pt x="404" y="74"/>
                  <a:pt x="350" y="128"/>
                </a:cubicBezTo>
                <a:lnTo>
                  <a:pt x="252" y="225"/>
                </a:lnTo>
                <a:lnTo>
                  <a:pt x="350" y="323"/>
                </a:lnTo>
                <a:cubicBezTo>
                  <a:pt x="402" y="375"/>
                  <a:pt x="432" y="405"/>
                  <a:pt x="439" y="413"/>
                </a:cubicBezTo>
                <a:cubicBezTo>
                  <a:pt x="447" y="421"/>
                  <a:pt x="450" y="427"/>
                  <a:pt x="450" y="43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300320" y="4762440"/>
            <a:ext cx="34779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complexity. Outer product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337360" y="4762440"/>
            <a:ext cx="55540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generates function tables without verbose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300320" y="5181480"/>
            <a:ext cx="7808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loops.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047600" y="315252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47720" y="2118240"/>
            <a:ext cx="81651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Should APL be a Declining Language?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0143720" y="3124080"/>
            <a:ext cx="297360" cy="174600"/>
          </a:xfrm>
          <a:custGeom>
            <a:avLst/>
            <a:gdLst>
              <a:gd name="textAreaLeft" fmla="*/ 0 w 297360"/>
              <a:gd name="textAreaRight" fmla="*/ 297720 w 297360"/>
              <a:gd name="textAreaTop" fmla="*/ 0 h 174600"/>
              <a:gd name="textAreaBottom" fmla="*/ 174960 h 174600"/>
            </a:gdLst>
            <a:ahLst/>
            <a:cxnLst/>
            <a:rect l="textAreaLeft" t="textAreaTop" r="textAreaRight" b="textAreaBottom"/>
            <a:pathLst>
              <a:path w="827" h="486">
                <a:moveTo>
                  <a:pt x="13" y="224"/>
                </a:moveTo>
                <a:lnTo>
                  <a:pt x="725" y="224"/>
                </a:lnTo>
                <a:cubicBezTo>
                  <a:pt x="653" y="170"/>
                  <a:pt x="609" y="101"/>
                  <a:pt x="592" y="17"/>
                </a:cubicBezTo>
                <a:lnTo>
                  <a:pt x="592" y="14"/>
                </a:lnTo>
                <a:cubicBezTo>
                  <a:pt x="592" y="13"/>
                  <a:pt x="592" y="12"/>
                  <a:pt x="591" y="11"/>
                </a:cubicBezTo>
                <a:cubicBezTo>
                  <a:pt x="591" y="4"/>
                  <a:pt x="597" y="0"/>
                  <a:pt x="607" y="0"/>
                </a:cubicBezTo>
                <a:lnTo>
                  <a:pt x="610" y="0"/>
                </a:lnTo>
                <a:cubicBezTo>
                  <a:pt x="616" y="0"/>
                  <a:pt x="619" y="0"/>
                  <a:pt x="621" y="1"/>
                </a:cubicBezTo>
                <a:cubicBezTo>
                  <a:pt x="623" y="1"/>
                  <a:pt x="625" y="3"/>
                  <a:pt x="627" y="4"/>
                </a:cubicBezTo>
                <a:cubicBezTo>
                  <a:pt x="629" y="6"/>
                  <a:pt x="630" y="9"/>
                  <a:pt x="630" y="13"/>
                </a:cubicBezTo>
                <a:cubicBezTo>
                  <a:pt x="630" y="17"/>
                  <a:pt x="630" y="22"/>
                  <a:pt x="632" y="28"/>
                </a:cubicBezTo>
                <a:cubicBezTo>
                  <a:pt x="634" y="34"/>
                  <a:pt x="637" y="42"/>
                  <a:pt x="640" y="51"/>
                </a:cubicBezTo>
                <a:cubicBezTo>
                  <a:pt x="653" y="93"/>
                  <a:pt x="676" y="130"/>
                  <a:pt x="708" y="163"/>
                </a:cubicBezTo>
                <a:cubicBezTo>
                  <a:pt x="739" y="195"/>
                  <a:pt x="776" y="219"/>
                  <a:pt x="818" y="232"/>
                </a:cubicBezTo>
                <a:cubicBezTo>
                  <a:pt x="824" y="234"/>
                  <a:pt x="827" y="238"/>
                  <a:pt x="827" y="243"/>
                </a:cubicBezTo>
                <a:cubicBezTo>
                  <a:pt x="827" y="246"/>
                  <a:pt x="825" y="249"/>
                  <a:pt x="822" y="251"/>
                </a:cubicBezTo>
                <a:cubicBezTo>
                  <a:pt x="819" y="253"/>
                  <a:pt x="811" y="256"/>
                  <a:pt x="800" y="260"/>
                </a:cubicBezTo>
                <a:cubicBezTo>
                  <a:pt x="788" y="265"/>
                  <a:pt x="776" y="270"/>
                  <a:pt x="764" y="278"/>
                </a:cubicBezTo>
                <a:cubicBezTo>
                  <a:pt x="739" y="294"/>
                  <a:pt x="717" y="314"/>
                  <a:pt x="698" y="335"/>
                </a:cubicBezTo>
                <a:cubicBezTo>
                  <a:pt x="680" y="356"/>
                  <a:pt x="666" y="376"/>
                  <a:pt x="656" y="397"/>
                </a:cubicBezTo>
                <a:cubicBezTo>
                  <a:pt x="647" y="417"/>
                  <a:pt x="641" y="433"/>
                  <a:pt x="637" y="443"/>
                </a:cubicBezTo>
                <a:cubicBezTo>
                  <a:pt x="633" y="454"/>
                  <a:pt x="631" y="464"/>
                  <a:pt x="630" y="472"/>
                </a:cubicBezTo>
                <a:cubicBezTo>
                  <a:pt x="628" y="478"/>
                  <a:pt x="627" y="482"/>
                  <a:pt x="625" y="483"/>
                </a:cubicBezTo>
                <a:cubicBezTo>
                  <a:pt x="623" y="485"/>
                  <a:pt x="618" y="486"/>
                  <a:pt x="610" y="486"/>
                </a:cubicBezTo>
                <a:cubicBezTo>
                  <a:pt x="598" y="486"/>
                  <a:pt x="591" y="483"/>
                  <a:pt x="591" y="476"/>
                </a:cubicBezTo>
                <a:cubicBezTo>
                  <a:pt x="591" y="472"/>
                  <a:pt x="593" y="464"/>
                  <a:pt x="596" y="453"/>
                </a:cubicBezTo>
                <a:cubicBezTo>
                  <a:pt x="616" y="375"/>
                  <a:pt x="659" y="311"/>
                  <a:pt x="725" y="261"/>
                </a:cubicBezTo>
                <a:lnTo>
                  <a:pt x="13" y="261"/>
                </a:lnTo>
                <a:cubicBezTo>
                  <a:pt x="4" y="257"/>
                  <a:pt x="0" y="251"/>
                  <a:pt x="0" y="243"/>
                </a:cubicBezTo>
                <a:cubicBezTo>
                  <a:pt x="0" y="234"/>
                  <a:pt x="4" y="228"/>
                  <a:pt x="13" y="22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300320" y="3000240"/>
            <a:ext cx="88336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Natural Language Evolution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Ancient Greek (complex declensions)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323720" y="3543120"/>
            <a:ext cx="297000" cy="174600"/>
          </a:xfrm>
          <a:custGeom>
            <a:avLst/>
            <a:gdLst>
              <a:gd name="textAreaLeft" fmla="*/ 0 w 297000"/>
              <a:gd name="textAreaRight" fmla="*/ 297360 w 297000"/>
              <a:gd name="textAreaTop" fmla="*/ 0 h 174600"/>
              <a:gd name="textAreaBottom" fmla="*/ 174960 h 174600"/>
            </a:gdLst>
            <a:ahLst/>
            <a:cxnLst/>
            <a:rect l="textAreaLeft" t="textAreaTop" r="textAreaRight" b="textAreaBottom"/>
            <a:pathLst>
              <a:path w="826" h="486">
                <a:moveTo>
                  <a:pt x="13" y="225"/>
                </a:moveTo>
                <a:lnTo>
                  <a:pt x="725" y="225"/>
                </a:lnTo>
                <a:cubicBezTo>
                  <a:pt x="653" y="171"/>
                  <a:pt x="609" y="102"/>
                  <a:pt x="592" y="17"/>
                </a:cubicBezTo>
                <a:lnTo>
                  <a:pt x="592" y="14"/>
                </a:lnTo>
                <a:cubicBezTo>
                  <a:pt x="592" y="13"/>
                  <a:pt x="592" y="12"/>
                  <a:pt x="591" y="11"/>
                </a:cubicBezTo>
                <a:cubicBezTo>
                  <a:pt x="591" y="4"/>
                  <a:pt x="596" y="0"/>
                  <a:pt x="607" y="0"/>
                </a:cubicBezTo>
                <a:lnTo>
                  <a:pt x="610" y="0"/>
                </a:lnTo>
                <a:cubicBezTo>
                  <a:pt x="615" y="0"/>
                  <a:pt x="619" y="0"/>
                  <a:pt x="621" y="1"/>
                </a:cubicBezTo>
                <a:cubicBezTo>
                  <a:pt x="623" y="2"/>
                  <a:pt x="624" y="3"/>
                  <a:pt x="626" y="5"/>
                </a:cubicBezTo>
                <a:cubicBezTo>
                  <a:pt x="628" y="7"/>
                  <a:pt x="629" y="9"/>
                  <a:pt x="629" y="13"/>
                </a:cubicBezTo>
                <a:cubicBezTo>
                  <a:pt x="629" y="17"/>
                  <a:pt x="630" y="22"/>
                  <a:pt x="632" y="28"/>
                </a:cubicBezTo>
                <a:cubicBezTo>
                  <a:pt x="634" y="34"/>
                  <a:pt x="636" y="42"/>
                  <a:pt x="639" y="51"/>
                </a:cubicBezTo>
                <a:cubicBezTo>
                  <a:pt x="653" y="93"/>
                  <a:pt x="676" y="131"/>
                  <a:pt x="707" y="164"/>
                </a:cubicBezTo>
                <a:cubicBezTo>
                  <a:pt x="739" y="197"/>
                  <a:pt x="776" y="220"/>
                  <a:pt x="818" y="233"/>
                </a:cubicBezTo>
                <a:cubicBezTo>
                  <a:pt x="823" y="235"/>
                  <a:pt x="826" y="239"/>
                  <a:pt x="826" y="244"/>
                </a:cubicBezTo>
                <a:cubicBezTo>
                  <a:pt x="826" y="247"/>
                  <a:pt x="825" y="250"/>
                  <a:pt x="822" y="252"/>
                </a:cubicBezTo>
                <a:cubicBezTo>
                  <a:pt x="818" y="254"/>
                  <a:pt x="811" y="257"/>
                  <a:pt x="799" y="261"/>
                </a:cubicBezTo>
                <a:cubicBezTo>
                  <a:pt x="787" y="266"/>
                  <a:pt x="776" y="272"/>
                  <a:pt x="764" y="279"/>
                </a:cubicBezTo>
                <a:cubicBezTo>
                  <a:pt x="738" y="295"/>
                  <a:pt x="716" y="314"/>
                  <a:pt x="698" y="335"/>
                </a:cubicBezTo>
                <a:cubicBezTo>
                  <a:pt x="679" y="356"/>
                  <a:pt x="665" y="377"/>
                  <a:pt x="656" y="397"/>
                </a:cubicBezTo>
                <a:cubicBezTo>
                  <a:pt x="647" y="418"/>
                  <a:pt x="640" y="433"/>
                  <a:pt x="637" y="444"/>
                </a:cubicBezTo>
                <a:cubicBezTo>
                  <a:pt x="633" y="454"/>
                  <a:pt x="630" y="464"/>
                  <a:pt x="629" y="472"/>
                </a:cubicBezTo>
                <a:cubicBezTo>
                  <a:pt x="628" y="479"/>
                  <a:pt x="626" y="482"/>
                  <a:pt x="624" y="484"/>
                </a:cubicBezTo>
                <a:cubicBezTo>
                  <a:pt x="623" y="485"/>
                  <a:pt x="618" y="486"/>
                  <a:pt x="610" y="486"/>
                </a:cubicBezTo>
                <a:cubicBezTo>
                  <a:pt x="597" y="486"/>
                  <a:pt x="591" y="483"/>
                  <a:pt x="591" y="476"/>
                </a:cubicBezTo>
                <a:cubicBezTo>
                  <a:pt x="591" y="472"/>
                  <a:pt x="593" y="464"/>
                  <a:pt x="596" y="453"/>
                </a:cubicBezTo>
                <a:cubicBezTo>
                  <a:pt x="615" y="375"/>
                  <a:pt x="659" y="311"/>
                  <a:pt x="725" y="262"/>
                </a:cubicBezTo>
                <a:lnTo>
                  <a:pt x="13" y="262"/>
                </a:lnTo>
                <a:cubicBezTo>
                  <a:pt x="4" y="258"/>
                  <a:pt x="0" y="252"/>
                  <a:pt x="0" y="244"/>
                </a:cubicBezTo>
                <a:cubicBezTo>
                  <a:pt x="0" y="236"/>
                  <a:pt x="4" y="229"/>
                  <a:pt x="13" y="22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0464120" y="3000240"/>
            <a:ext cx="7124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Latin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047600" y="405756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635120" y="3419640"/>
            <a:ext cx="46486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English (progressive simpliﬁcation).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8772120" y="4028760"/>
            <a:ext cx="297360" cy="174960"/>
          </a:xfrm>
          <a:custGeom>
            <a:avLst/>
            <a:gdLst>
              <a:gd name="textAreaLeft" fmla="*/ 0 w 297360"/>
              <a:gd name="textAreaRight" fmla="*/ 297720 w 297360"/>
              <a:gd name="textAreaTop" fmla="*/ 0 h 174960"/>
              <a:gd name="textAreaBottom" fmla="*/ 175320 h 174960"/>
            </a:gdLst>
            <a:ahLst/>
            <a:cxnLst/>
            <a:rect l="textAreaLeft" t="textAreaTop" r="textAreaRight" b="textAreaBottom"/>
            <a:pathLst>
              <a:path w="827" h="487">
                <a:moveTo>
                  <a:pt x="13" y="225"/>
                </a:moveTo>
                <a:lnTo>
                  <a:pt x="724" y="225"/>
                </a:lnTo>
                <a:cubicBezTo>
                  <a:pt x="652" y="171"/>
                  <a:pt x="608" y="101"/>
                  <a:pt x="591" y="17"/>
                </a:cubicBezTo>
                <a:lnTo>
                  <a:pt x="591" y="14"/>
                </a:lnTo>
                <a:cubicBezTo>
                  <a:pt x="591" y="13"/>
                  <a:pt x="591" y="12"/>
                  <a:pt x="590" y="12"/>
                </a:cubicBezTo>
                <a:cubicBezTo>
                  <a:pt x="590" y="4"/>
                  <a:pt x="596" y="0"/>
                  <a:pt x="606" y="0"/>
                </a:cubicBezTo>
                <a:lnTo>
                  <a:pt x="609" y="0"/>
                </a:lnTo>
                <a:cubicBezTo>
                  <a:pt x="615" y="0"/>
                  <a:pt x="618" y="1"/>
                  <a:pt x="620" y="1"/>
                </a:cubicBezTo>
                <a:cubicBezTo>
                  <a:pt x="622" y="2"/>
                  <a:pt x="624" y="3"/>
                  <a:pt x="626" y="5"/>
                </a:cubicBezTo>
                <a:cubicBezTo>
                  <a:pt x="628" y="7"/>
                  <a:pt x="629" y="10"/>
                  <a:pt x="629" y="13"/>
                </a:cubicBezTo>
                <a:cubicBezTo>
                  <a:pt x="629" y="17"/>
                  <a:pt x="629" y="22"/>
                  <a:pt x="631" y="28"/>
                </a:cubicBezTo>
                <a:cubicBezTo>
                  <a:pt x="633" y="34"/>
                  <a:pt x="636" y="42"/>
                  <a:pt x="639" y="52"/>
                </a:cubicBezTo>
                <a:cubicBezTo>
                  <a:pt x="652" y="93"/>
                  <a:pt x="675" y="130"/>
                  <a:pt x="707" y="163"/>
                </a:cubicBezTo>
                <a:cubicBezTo>
                  <a:pt x="738" y="196"/>
                  <a:pt x="775" y="220"/>
                  <a:pt x="818" y="234"/>
                </a:cubicBezTo>
                <a:cubicBezTo>
                  <a:pt x="824" y="236"/>
                  <a:pt x="827" y="239"/>
                  <a:pt x="827" y="244"/>
                </a:cubicBezTo>
                <a:cubicBezTo>
                  <a:pt x="827" y="248"/>
                  <a:pt x="825" y="251"/>
                  <a:pt x="822" y="252"/>
                </a:cubicBezTo>
                <a:cubicBezTo>
                  <a:pt x="819" y="254"/>
                  <a:pt x="811" y="257"/>
                  <a:pt x="800" y="262"/>
                </a:cubicBezTo>
                <a:cubicBezTo>
                  <a:pt x="787" y="266"/>
                  <a:pt x="775" y="272"/>
                  <a:pt x="763" y="279"/>
                </a:cubicBezTo>
                <a:cubicBezTo>
                  <a:pt x="738" y="295"/>
                  <a:pt x="716" y="314"/>
                  <a:pt x="697" y="335"/>
                </a:cubicBezTo>
                <a:cubicBezTo>
                  <a:pt x="679" y="356"/>
                  <a:pt x="665" y="377"/>
                  <a:pt x="655" y="397"/>
                </a:cubicBezTo>
                <a:cubicBezTo>
                  <a:pt x="646" y="418"/>
                  <a:pt x="640" y="433"/>
                  <a:pt x="636" y="444"/>
                </a:cubicBezTo>
                <a:cubicBezTo>
                  <a:pt x="632" y="454"/>
                  <a:pt x="630" y="464"/>
                  <a:pt x="629" y="473"/>
                </a:cubicBezTo>
                <a:cubicBezTo>
                  <a:pt x="627" y="479"/>
                  <a:pt x="626" y="483"/>
                  <a:pt x="624" y="484"/>
                </a:cubicBezTo>
                <a:cubicBezTo>
                  <a:pt x="622" y="485"/>
                  <a:pt x="617" y="486"/>
                  <a:pt x="609" y="487"/>
                </a:cubicBezTo>
                <a:cubicBezTo>
                  <a:pt x="597" y="487"/>
                  <a:pt x="590" y="483"/>
                  <a:pt x="590" y="476"/>
                </a:cubicBezTo>
                <a:cubicBezTo>
                  <a:pt x="590" y="472"/>
                  <a:pt x="592" y="464"/>
                  <a:pt x="595" y="453"/>
                </a:cubicBezTo>
                <a:cubicBezTo>
                  <a:pt x="615" y="375"/>
                  <a:pt x="658" y="312"/>
                  <a:pt x="724" y="263"/>
                </a:cubicBezTo>
                <a:lnTo>
                  <a:pt x="13" y="263"/>
                </a:lnTo>
                <a:cubicBezTo>
                  <a:pt x="4" y="258"/>
                  <a:pt x="0" y="252"/>
                  <a:pt x="0" y="244"/>
                </a:cubicBezTo>
                <a:cubicBezTo>
                  <a:pt x="0" y="236"/>
                  <a:pt x="4" y="230"/>
                  <a:pt x="13" y="22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300320" y="3905280"/>
            <a:ext cx="74505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Programming Language Evolution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Early APL (curiosity)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9084600" y="3905280"/>
            <a:ext cx="12625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1981 APL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914360" y="4438440"/>
            <a:ext cx="297360" cy="174600"/>
          </a:xfrm>
          <a:custGeom>
            <a:avLst/>
            <a:gdLst>
              <a:gd name="textAreaLeft" fmla="*/ 0 w 297360"/>
              <a:gd name="textAreaRight" fmla="*/ 297720 w 297360"/>
              <a:gd name="textAreaTop" fmla="*/ 0 h 174600"/>
              <a:gd name="textAreaBottom" fmla="*/ 174960 h 174600"/>
            </a:gdLst>
            <a:ahLst/>
            <a:cxnLst/>
            <a:rect l="textAreaLeft" t="textAreaTop" r="textAreaRight" b="textAreaBottom"/>
            <a:pathLst>
              <a:path w="827" h="486">
                <a:moveTo>
                  <a:pt x="13" y="225"/>
                </a:moveTo>
                <a:lnTo>
                  <a:pt x="725" y="225"/>
                </a:lnTo>
                <a:cubicBezTo>
                  <a:pt x="653" y="171"/>
                  <a:pt x="608" y="102"/>
                  <a:pt x="592" y="17"/>
                </a:cubicBezTo>
                <a:lnTo>
                  <a:pt x="592" y="14"/>
                </a:lnTo>
                <a:cubicBezTo>
                  <a:pt x="592" y="13"/>
                  <a:pt x="591" y="12"/>
                  <a:pt x="591" y="11"/>
                </a:cubicBezTo>
                <a:cubicBezTo>
                  <a:pt x="591" y="4"/>
                  <a:pt x="596" y="0"/>
                  <a:pt x="607" y="0"/>
                </a:cubicBezTo>
                <a:lnTo>
                  <a:pt x="609" y="0"/>
                </a:lnTo>
                <a:cubicBezTo>
                  <a:pt x="615" y="0"/>
                  <a:pt x="619" y="0"/>
                  <a:pt x="621" y="1"/>
                </a:cubicBezTo>
                <a:cubicBezTo>
                  <a:pt x="622" y="2"/>
                  <a:pt x="624" y="3"/>
                  <a:pt x="626" y="5"/>
                </a:cubicBezTo>
                <a:cubicBezTo>
                  <a:pt x="628" y="7"/>
                  <a:pt x="629" y="9"/>
                  <a:pt x="629" y="13"/>
                </a:cubicBezTo>
                <a:cubicBezTo>
                  <a:pt x="629" y="17"/>
                  <a:pt x="630" y="22"/>
                  <a:pt x="632" y="28"/>
                </a:cubicBezTo>
                <a:cubicBezTo>
                  <a:pt x="634" y="34"/>
                  <a:pt x="636" y="43"/>
                  <a:pt x="639" y="52"/>
                </a:cubicBezTo>
                <a:cubicBezTo>
                  <a:pt x="653" y="94"/>
                  <a:pt x="675" y="131"/>
                  <a:pt x="707" y="164"/>
                </a:cubicBezTo>
                <a:cubicBezTo>
                  <a:pt x="739" y="197"/>
                  <a:pt x="775" y="220"/>
                  <a:pt x="819" y="234"/>
                </a:cubicBezTo>
                <a:cubicBezTo>
                  <a:pt x="824" y="235"/>
                  <a:pt x="827" y="239"/>
                  <a:pt x="827" y="244"/>
                </a:cubicBezTo>
                <a:cubicBezTo>
                  <a:pt x="827" y="247"/>
                  <a:pt x="825" y="250"/>
                  <a:pt x="822" y="252"/>
                </a:cubicBezTo>
                <a:cubicBezTo>
                  <a:pt x="819" y="254"/>
                  <a:pt x="812" y="257"/>
                  <a:pt x="800" y="261"/>
                </a:cubicBezTo>
                <a:cubicBezTo>
                  <a:pt x="788" y="266"/>
                  <a:pt x="775" y="272"/>
                  <a:pt x="764" y="279"/>
                </a:cubicBezTo>
                <a:cubicBezTo>
                  <a:pt x="738" y="295"/>
                  <a:pt x="716" y="314"/>
                  <a:pt x="698" y="335"/>
                </a:cubicBezTo>
                <a:cubicBezTo>
                  <a:pt x="679" y="356"/>
                  <a:pt x="665" y="377"/>
                  <a:pt x="656" y="397"/>
                </a:cubicBezTo>
                <a:cubicBezTo>
                  <a:pt x="647" y="418"/>
                  <a:pt x="640" y="433"/>
                  <a:pt x="636" y="444"/>
                </a:cubicBezTo>
                <a:cubicBezTo>
                  <a:pt x="633" y="454"/>
                  <a:pt x="630" y="464"/>
                  <a:pt x="629" y="472"/>
                </a:cubicBezTo>
                <a:cubicBezTo>
                  <a:pt x="628" y="479"/>
                  <a:pt x="626" y="482"/>
                  <a:pt x="624" y="484"/>
                </a:cubicBezTo>
                <a:cubicBezTo>
                  <a:pt x="622" y="485"/>
                  <a:pt x="617" y="486"/>
                  <a:pt x="609" y="486"/>
                </a:cubicBezTo>
                <a:cubicBezTo>
                  <a:pt x="597" y="486"/>
                  <a:pt x="591" y="483"/>
                  <a:pt x="591" y="476"/>
                </a:cubicBezTo>
                <a:cubicBezTo>
                  <a:pt x="591" y="472"/>
                  <a:pt x="592" y="464"/>
                  <a:pt x="595" y="453"/>
                </a:cubicBezTo>
                <a:cubicBezTo>
                  <a:pt x="615" y="375"/>
                  <a:pt x="658" y="311"/>
                  <a:pt x="725" y="262"/>
                </a:cubicBezTo>
                <a:lnTo>
                  <a:pt x="13" y="262"/>
                </a:lnTo>
                <a:cubicBezTo>
                  <a:pt x="5" y="258"/>
                  <a:pt x="0" y="252"/>
                  <a:pt x="0" y="244"/>
                </a:cubicBezTo>
                <a:cubicBezTo>
                  <a:pt x="0" y="236"/>
                  <a:pt x="5" y="229"/>
                  <a:pt x="13" y="22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300320" y="4314960"/>
            <a:ext cx="35917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(bloated with special cases)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231520" y="4314960"/>
            <a:ext cx="47685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Future APL (requires uniﬁed syntax).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047600" y="175248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7"/>
                  <a:pt x="65" y="18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8"/>
                  <a:pt x="214" y="27"/>
                  <a:pt x="227" y="40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747720" y="727560"/>
            <a:ext cx="64040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The Fragmentation of Syntax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300320" y="1600200"/>
            <a:ext cx="95997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LISP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1 Declension (S-expressions/atoms) with homogenous functions and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047600" y="265716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300320" y="2019240"/>
            <a:ext cx="6530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data.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047600" y="31334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300320" y="2505240"/>
            <a:ext cx="25250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APL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6 Declensions.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047600" y="361944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300320" y="2981160"/>
            <a:ext cx="31042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Object : Syntax Example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2219760" y="3533760"/>
            <a:ext cx="245520" cy="228240"/>
          </a:xfrm>
          <a:custGeom>
            <a:avLst/>
            <a:gdLst>
              <a:gd name="textAreaLeft" fmla="*/ 0 w 245520"/>
              <a:gd name="textAreaRight" fmla="*/ 245880 w 24552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683" h="635">
                <a:moveTo>
                  <a:pt x="34" y="43"/>
                </a:moveTo>
                <a:cubicBezTo>
                  <a:pt x="26" y="43"/>
                  <a:pt x="21" y="43"/>
                  <a:pt x="18" y="43"/>
                </a:cubicBezTo>
                <a:cubicBezTo>
                  <a:pt x="15" y="43"/>
                  <a:pt x="12" y="43"/>
                  <a:pt x="9" y="42"/>
                </a:cubicBezTo>
                <a:cubicBezTo>
                  <a:pt x="6" y="42"/>
                  <a:pt x="4" y="41"/>
                  <a:pt x="2" y="40"/>
                </a:cubicBezTo>
                <a:cubicBezTo>
                  <a:pt x="1" y="38"/>
                  <a:pt x="0" y="36"/>
                  <a:pt x="0" y="34"/>
                </a:cubicBezTo>
                <a:cubicBezTo>
                  <a:pt x="0" y="32"/>
                  <a:pt x="1" y="26"/>
                  <a:pt x="3" y="18"/>
                </a:cubicBezTo>
                <a:cubicBezTo>
                  <a:pt x="5" y="9"/>
                  <a:pt x="8" y="4"/>
                  <a:pt x="12" y="0"/>
                </a:cubicBezTo>
                <a:cubicBezTo>
                  <a:pt x="13" y="0"/>
                  <a:pt x="17" y="0"/>
                  <a:pt x="25" y="0"/>
                </a:cubicBezTo>
                <a:cubicBezTo>
                  <a:pt x="54" y="1"/>
                  <a:pt x="88" y="2"/>
                  <a:pt x="126" y="2"/>
                </a:cubicBezTo>
                <a:cubicBezTo>
                  <a:pt x="202" y="2"/>
                  <a:pt x="246" y="1"/>
                  <a:pt x="257" y="0"/>
                </a:cubicBezTo>
                <a:lnTo>
                  <a:pt x="266" y="0"/>
                </a:lnTo>
                <a:cubicBezTo>
                  <a:pt x="270" y="3"/>
                  <a:pt x="272" y="6"/>
                  <a:pt x="272" y="8"/>
                </a:cubicBezTo>
                <a:cubicBezTo>
                  <a:pt x="272" y="10"/>
                  <a:pt x="271" y="16"/>
                  <a:pt x="270" y="26"/>
                </a:cubicBezTo>
                <a:cubicBezTo>
                  <a:pt x="268" y="34"/>
                  <a:pt x="265" y="40"/>
                  <a:pt x="261" y="43"/>
                </a:cubicBezTo>
                <a:lnTo>
                  <a:pt x="250" y="43"/>
                </a:lnTo>
                <a:cubicBezTo>
                  <a:pt x="215" y="43"/>
                  <a:pt x="198" y="47"/>
                  <a:pt x="198" y="55"/>
                </a:cubicBezTo>
                <a:cubicBezTo>
                  <a:pt x="198" y="59"/>
                  <a:pt x="213" y="104"/>
                  <a:pt x="244" y="192"/>
                </a:cubicBezTo>
                <a:cubicBezTo>
                  <a:pt x="275" y="280"/>
                  <a:pt x="291" y="325"/>
                  <a:pt x="291" y="326"/>
                </a:cubicBezTo>
                <a:lnTo>
                  <a:pt x="294" y="323"/>
                </a:lnTo>
                <a:cubicBezTo>
                  <a:pt x="297" y="321"/>
                  <a:pt x="300" y="317"/>
                  <a:pt x="306" y="311"/>
                </a:cubicBezTo>
                <a:cubicBezTo>
                  <a:pt x="311" y="306"/>
                  <a:pt x="318" y="298"/>
                  <a:pt x="326" y="289"/>
                </a:cubicBezTo>
                <a:cubicBezTo>
                  <a:pt x="334" y="280"/>
                  <a:pt x="344" y="268"/>
                  <a:pt x="356" y="254"/>
                </a:cubicBezTo>
                <a:cubicBezTo>
                  <a:pt x="368" y="241"/>
                  <a:pt x="381" y="225"/>
                  <a:pt x="396" y="207"/>
                </a:cubicBezTo>
                <a:cubicBezTo>
                  <a:pt x="453" y="141"/>
                  <a:pt x="486" y="102"/>
                  <a:pt x="495" y="90"/>
                </a:cubicBezTo>
                <a:cubicBezTo>
                  <a:pt x="505" y="78"/>
                  <a:pt x="509" y="68"/>
                  <a:pt x="510" y="61"/>
                </a:cubicBezTo>
                <a:cubicBezTo>
                  <a:pt x="510" y="51"/>
                  <a:pt x="500" y="45"/>
                  <a:pt x="480" y="43"/>
                </a:cubicBezTo>
                <a:cubicBezTo>
                  <a:pt x="470" y="43"/>
                  <a:pt x="465" y="40"/>
                  <a:pt x="465" y="34"/>
                </a:cubicBezTo>
                <a:cubicBezTo>
                  <a:pt x="465" y="33"/>
                  <a:pt x="465" y="28"/>
                  <a:pt x="466" y="21"/>
                </a:cubicBezTo>
                <a:cubicBezTo>
                  <a:pt x="468" y="11"/>
                  <a:pt x="470" y="5"/>
                  <a:pt x="471" y="3"/>
                </a:cubicBezTo>
                <a:cubicBezTo>
                  <a:pt x="472" y="1"/>
                  <a:pt x="477" y="0"/>
                  <a:pt x="484" y="0"/>
                </a:cubicBezTo>
                <a:cubicBezTo>
                  <a:pt x="485" y="0"/>
                  <a:pt x="494" y="0"/>
                  <a:pt x="511" y="0"/>
                </a:cubicBezTo>
                <a:cubicBezTo>
                  <a:pt x="528" y="1"/>
                  <a:pt x="552" y="2"/>
                  <a:pt x="584" y="2"/>
                </a:cubicBezTo>
                <a:cubicBezTo>
                  <a:pt x="601" y="2"/>
                  <a:pt x="619" y="2"/>
                  <a:pt x="637" y="1"/>
                </a:cubicBezTo>
                <a:cubicBezTo>
                  <a:pt x="655" y="1"/>
                  <a:pt x="665" y="0"/>
                  <a:pt x="667" y="0"/>
                </a:cubicBezTo>
                <a:cubicBezTo>
                  <a:pt x="678" y="0"/>
                  <a:pt x="683" y="3"/>
                  <a:pt x="683" y="9"/>
                </a:cubicBezTo>
                <a:cubicBezTo>
                  <a:pt x="683" y="12"/>
                  <a:pt x="682" y="17"/>
                  <a:pt x="680" y="25"/>
                </a:cubicBezTo>
                <a:cubicBezTo>
                  <a:pt x="678" y="32"/>
                  <a:pt x="677" y="36"/>
                  <a:pt x="676" y="38"/>
                </a:cubicBezTo>
                <a:cubicBezTo>
                  <a:pt x="674" y="41"/>
                  <a:pt x="668" y="43"/>
                  <a:pt x="656" y="43"/>
                </a:cubicBezTo>
                <a:cubicBezTo>
                  <a:pt x="611" y="46"/>
                  <a:pt x="575" y="62"/>
                  <a:pt x="547" y="90"/>
                </a:cubicBezTo>
                <a:cubicBezTo>
                  <a:pt x="542" y="95"/>
                  <a:pt x="498" y="146"/>
                  <a:pt x="417" y="241"/>
                </a:cubicBezTo>
                <a:lnTo>
                  <a:pt x="296" y="382"/>
                </a:lnTo>
                <a:lnTo>
                  <a:pt x="272" y="478"/>
                </a:lnTo>
                <a:cubicBezTo>
                  <a:pt x="255" y="545"/>
                  <a:pt x="247" y="580"/>
                  <a:pt x="247" y="583"/>
                </a:cubicBezTo>
                <a:cubicBezTo>
                  <a:pt x="247" y="589"/>
                  <a:pt x="268" y="593"/>
                  <a:pt x="311" y="593"/>
                </a:cubicBezTo>
                <a:cubicBezTo>
                  <a:pt x="321" y="593"/>
                  <a:pt x="328" y="593"/>
                  <a:pt x="331" y="594"/>
                </a:cubicBezTo>
                <a:cubicBezTo>
                  <a:pt x="334" y="594"/>
                  <a:pt x="336" y="598"/>
                  <a:pt x="336" y="603"/>
                </a:cubicBezTo>
                <a:cubicBezTo>
                  <a:pt x="336" y="604"/>
                  <a:pt x="336" y="608"/>
                  <a:pt x="334" y="614"/>
                </a:cubicBezTo>
                <a:cubicBezTo>
                  <a:pt x="332" y="625"/>
                  <a:pt x="330" y="631"/>
                  <a:pt x="329" y="632"/>
                </a:cubicBezTo>
                <a:cubicBezTo>
                  <a:pt x="328" y="633"/>
                  <a:pt x="323" y="634"/>
                  <a:pt x="314" y="635"/>
                </a:cubicBezTo>
                <a:cubicBezTo>
                  <a:pt x="311" y="635"/>
                  <a:pt x="297" y="635"/>
                  <a:pt x="274" y="635"/>
                </a:cubicBezTo>
                <a:cubicBezTo>
                  <a:pt x="251" y="635"/>
                  <a:pt x="222" y="634"/>
                  <a:pt x="188" y="634"/>
                </a:cubicBezTo>
                <a:cubicBezTo>
                  <a:pt x="150" y="634"/>
                  <a:pt x="121" y="634"/>
                  <a:pt x="101" y="634"/>
                </a:cubicBezTo>
                <a:cubicBezTo>
                  <a:pt x="81" y="634"/>
                  <a:pt x="70" y="634"/>
                  <a:pt x="67" y="635"/>
                </a:cubicBezTo>
                <a:cubicBezTo>
                  <a:pt x="56" y="635"/>
                  <a:pt x="51" y="632"/>
                  <a:pt x="51" y="627"/>
                </a:cubicBezTo>
                <a:cubicBezTo>
                  <a:pt x="51" y="624"/>
                  <a:pt x="52" y="620"/>
                  <a:pt x="53" y="613"/>
                </a:cubicBezTo>
                <a:cubicBezTo>
                  <a:pt x="54" y="611"/>
                  <a:pt x="55" y="610"/>
                  <a:pt x="55" y="608"/>
                </a:cubicBezTo>
                <a:cubicBezTo>
                  <a:pt x="56" y="606"/>
                  <a:pt x="56" y="604"/>
                  <a:pt x="56" y="603"/>
                </a:cubicBezTo>
                <a:cubicBezTo>
                  <a:pt x="56" y="602"/>
                  <a:pt x="57" y="601"/>
                  <a:pt x="57" y="599"/>
                </a:cubicBezTo>
                <a:cubicBezTo>
                  <a:pt x="58" y="598"/>
                  <a:pt x="58" y="597"/>
                  <a:pt x="59" y="597"/>
                </a:cubicBezTo>
                <a:cubicBezTo>
                  <a:pt x="60" y="596"/>
                  <a:pt x="61" y="595"/>
                  <a:pt x="62" y="595"/>
                </a:cubicBezTo>
                <a:cubicBezTo>
                  <a:pt x="63" y="594"/>
                  <a:pt x="65" y="594"/>
                  <a:pt x="66" y="594"/>
                </a:cubicBezTo>
                <a:cubicBezTo>
                  <a:pt x="68" y="594"/>
                  <a:pt x="70" y="594"/>
                  <a:pt x="72" y="594"/>
                </a:cubicBezTo>
                <a:cubicBezTo>
                  <a:pt x="74" y="594"/>
                  <a:pt x="77" y="593"/>
                  <a:pt x="80" y="593"/>
                </a:cubicBezTo>
                <a:cubicBezTo>
                  <a:pt x="84" y="592"/>
                  <a:pt x="88" y="592"/>
                  <a:pt x="92" y="593"/>
                </a:cubicBezTo>
                <a:cubicBezTo>
                  <a:pt x="117" y="592"/>
                  <a:pt x="132" y="591"/>
                  <a:pt x="140" y="589"/>
                </a:cubicBezTo>
                <a:cubicBezTo>
                  <a:pt x="147" y="587"/>
                  <a:pt x="153" y="583"/>
                  <a:pt x="157" y="577"/>
                </a:cubicBezTo>
                <a:cubicBezTo>
                  <a:pt x="159" y="574"/>
                  <a:pt x="168" y="540"/>
                  <a:pt x="184" y="477"/>
                </a:cubicBezTo>
                <a:lnTo>
                  <a:pt x="207" y="381"/>
                </a:lnTo>
                <a:lnTo>
                  <a:pt x="92" y="56"/>
                </a:lnTo>
                <a:cubicBezTo>
                  <a:pt x="92" y="56"/>
                  <a:pt x="91" y="55"/>
                  <a:pt x="91" y="54"/>
                </a:cubicBezTo>
                <a:cubicBezTo>
                  <a:pt x="90" y="54"/>
                  <a:pt x="89" y="53"/>
                  <a:pt x="89" y="53"/>
                </a:cubicBezTo>
                <a:cubicBezTo>
                  <a:pt x="88" y="52"/>
                  <a:pt x="87" y="51"/>
                  <a:pt x="86" y="51"/>
                </a:cubicBezTo>
                <a:cubicBezTo>
                  <a:pt x="85" y="50"/>
                  <a:pt x="84" y="50"/>
                  <a:pt x="82" y="49"/>
                </a:cubicBezTo>
                <a:cubicBezTo>
                  <a:pt x="81" y="48"/>
                  <a:pt x="79" y="48"/>
                  <a:pt x="78" y="47"/>
                </a:cubicBezTo>
                <a:cubicBezTo>
                  <a:pt x="76" y="46"/>
                  <a:pt x="73" y="46"/>
                  <a:pt x="70" y="46"/>
                </a:cubicBezTo>
                <a:cubicBezTo>
                  <a:pt x="67" y="46"/>
                  <a:pt x="64" y="46"/>
                  <a:pt x="62" y="45"/>
                </a:cubicBezTo>
                <a:cubicBezTo>
                  <a:pt x="59" y="45"/>
                  <a:pt x="55" y="44"/>
                  <a:pt x="50" y="44"/>
                </a:cubicBezTo>
                <a:cubicBezTo>
                  <a:pt x="44" y="44"/>
                  <a:pt x="39" y="44"/>
                  <a:pt x="34" y="4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576880" y="3591000"/>
            <a:ext cx="297360" cy="174960"/>
          </a:xfrm>
          <a:custGeom>
            <a:avLst/>
            <a:gdLst>
              <a:gd name="textAreaLeft" fmla="*/ 0 w 297360"/>
              <a:gd name="textAreaRight" fmla="*/ 297720 w 297360"/>
              <a:gd name="textAreaTop" fmla="*/ 0 h 174960"/>
              <a:gd name="textAreaBottom" fmla="*/ 175320 h 174960"/>
            </a:gdLst>
            <a:ahLst/>
            <a:cxnLst/>
            <a:rect l="textAreaLeft" t="textAreaTop" r="textAreaRight" b="textAreaBottom"/>
            <a:pathLst>
              <a:path w="827" h="487">
                <a:moveTo>
                  <a:pt x="813" y="262"/>
                </a:moveTo>
                <a:lnTo>
                  <a:pt x="102" y="262"/>
                </a:lnTo>
                <a:cubicBezTo>
                  <a:pt x="103" y="263"/>
                  <a:pt x="108" y="267"/>
                  <a:pt x="118" y="275"/>
                </a:cubicBezTo>
                <a:cubicBezTo>
                  <a:pt x="127" y="282"/>
                  <a:pt x="136" y="291"/>
                  <a:pt x="145" y="300"/>
                </a:cubicBezTo>
                <a:cubicBezTo>
                  <a:pt x="153" y="309"/>
                  <a:pt x="163" y="321"/>
                  <a:pt x="175" y="334"/>
                </a:cubicBezTo>
                <a:cubicBezTo>
                  <a:pt x="187" y="348"/>
                  <a:pt x="197" y="365"/>
                  <a:pt x="206" y="386"/>
                </a:cubicBezTo>
                <a:cubicBezTo>
                  <a:pt x="215" y="407"/>
                  <a:pt x="223" y="429"/>
                  <a:pt x="230" y="452"/>
                </a:cubicBezTo>
                <a:cubicBezTo>
                  <a:pt x="233" y="465"/>
                  <a:pt x="235" y="472"/>
                  <a:pt x="235" y="477"/>
                </a:cubicBezTo>
                <a:cubicBezTo>
                  <a:pt x="235" y="483"/>
                  <a:pt x="229" y="487"/>
                  <a:pt x="216" y="487"/>
                </a:cubicBezTo>
                <a:lnTo>
                  <a:pt x="207" y="487"/>
                </a:lnTo>
                <a:cubicBezTo>
                  <a:pt x="205" y="487"/>
                  <a:pt x="203" y="486"/>
                  <a:pt x="201" y="483"/>
                </a:cubicBezTo>
                <a:cubicBezTo>
                  <a:pt x="199" y="481"/>
                  <a:pt x="198" y="478"/>
                  <a:pt x="197" y="475"/>
                </a:cubicBezTo>
                <a:cubicBezTo>
                  <a:pt x="195" y="472"/>
                  <a:pt x="194" y="466"/>
                  <a:pt x="193" y="457"/>
                </a:cubicBezTo>
                <a:cubicBezTo>
                  <a:pt x="182" y="411"/>
                  <a:pt x="161" y="371"/>
                  <a:pt x="130" y="335"/>
                </a:cubicBezTo>
                <a:cubicBezTo>
                  <a:pt x="99" y="300"/>
                  <a:pt x="61" y="274"/>
                  <a:pt x="16" y="256"/>
                </a:cubicBezTo>
                <a:cubicBezTo>
                  <a:pt x="7" y="252"/>
                  <a:pt x="1" y="249"/>
                  <a:pt x="0" y="246"/>
                </a:cubicBezTo>
                <a:cubicBezTo>
                  <a:pt x="0" y="242"/>
                  <a:pt x="1" y="239"/>
                  <a:pt x="3" y="237"/>
                </a:cubicBezTo>
                <a:cubicBezTo>
                  <a:pt x="6" y="235"/>
                  <a:pt x="10" y="233"/>
                  <a:pt x="16" y="230"/>
                </a:cubicBezTo>
                <a:cubicBezTo>
                  <a:pt x="46" y="218"/>
                  <a:pt x="72" y="203"/>
                  <a:pt x="95" y="184"/>
                </a:cubicBezTo>
                <a:cubicBezTo>
                  <a:pt x="118" y="164"/>
                  <a:pt x="136" y="146"/>
                  <a:pt x="148" y="127"/>
                </a:cubicBezTo>
                <a:cubicBezTo>
                  <a:pt x="161" y="108"/>
                  <a:pt x="171" y="90"/>
                  <a:pt x="178" y="72"/>
                </a:cubicBezTo>
                <a:cubicBezTo>
                  <a:pt x="185" y="54"/>
                  <a:pt x="191" y="40"/>
                  <a:pt x="194" y="29"/>
                </a:cubicBezTo>
                <a:lnTo>
                  <a:pt x="197" y="13"/>
                </a:lnTo>
                <a:cubicBezTo>
                  <a:pt x="198" y="10"/>
                  <a:pt x="199" y="7"/>
                  <a:pt x="199" y="6"/>
                </a:cubicBezTo>
                <a:cubicBezTo>
                  <a:pt x="200" y="5"/>
                  <a:pt x="202" y="4"/>
                  <a:pt x="204" y="2"/>
                </a:cubicBezTo>
                <a:cubicBezTo>
                  <a:pt x="207" y="1"/>
                  <a:pt x="211" y="0"/>
                  <a:pt x="216" y="0"/>
                </a:cubicBezTo>
                <a:cubicBezTo>
                  <a:pt x="229" y="0"/>
                  <a:pt x="235" y="4"/>
                  <a:pt x="235" y="11"/>
                </a:cubicBezTo>
                <a:cubicBezTo>
                  <a:pt x="235" y="15"/>
                  <a:pt x="233" y="23"/>
                  <a:pt x="230" y="34"/>
                </a:cubicBezTo>
                <a:cubicBezTo>
                  <a:pt x="224" y="57"/>
                  <a:pt x="216" y="78"/>
                  <a:pt x="207" y="98"/>
                </a:cubicBezTo>
                <a:cubicBezTo>
                  <a:pt x="198" y="118"/>
                  <a:pt x="188" y="135"/>
                  <a:pt x="177" y="148"/>
                </a:cubicBezTo>
                <a:cubicBezTo>
                  <a:pt x="167" y="162"/>
                  <a:pt x="157" y="173"/>
                  <a:pt x="148" y="183"/>
                </a:cubicBezTo>
                <a:cubicBezTo>
                  <a:pt x="140" y="192"/>
                  <a:pt x="130" y="201"/>
                  <a:pt x="120" y="209"/>
                </a:cubicBezTo>
                <a:cubicBezTo>
                  <a:pt x="110" y="217"/>
                  <a:pt x="104" y="222"/>
                  <a:pt x="102" y="225"/>
                </a:cubicBezTo>
                <a:lnTo>
                  <a:pt x="813" y="225"/>
                </a:lnTo>
                <a:cubicBezTo>
                  <a:pt x="823" y="230"/>
                  <a:pt x="827" y="236"/>
                  <a:pt x="827" y="243"/>
                </a:cubicBezTo>
                <a:cubicBezTo>
                  <a:pt x="827" y="250"/>
                  <a:pt x="823" y="256"/>
                  <a:pt x="813" y="26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994840" y="3533760"/>
            <a:ext cx="276480" cy="228600"/>
          </a:xfrm>
          <a:custGeom>
            <a:avLst/>
            <a:gdLst>
              <a:gd name="textAreaLeft" fmla="*/ 0 w 276480"/>
              <a:gd name="textAreaRight" fmla="*/ 276840 w 276480"/>
              <a:gd name="textAreaTop" fmla="*/ 0 h 228600"/>
              <a:gd name="textAreaBottom" fmla="*/ 228960 h 228600"/>
            </a:gdLst>
            <a:ahLst/>
            <a:cxnLst/>
            <a:rect l="textAreaLeft" t="textAreaTop" r="textAreaRight" b="textAreaBottom"/>
            <a:pathLst>
              <a:path w="769" h="636">
                <a:moveTo>
                  <a:pt x="15" y="636"/>
                </a:moveTo>
                <a:lnTo>
                  <a:pt x="13" y="636"/>
                </a:lnTo>
                <a:cubicBezTo>
                  <a:pt x="4" y="636"/>
                  <a:pt x="0" y="632"/>
                  <a:pt x="0" y="625"/>
                </a:cubicBezTo>
                <a:cubicBezTo>
                  <a:pt x="0" y="623"/>
                  <a:pt x="1" y="618"/>
                  <a:pt x="3" y="611"/>
                </a:cubicBezTo>
                <a:cubicBezTo>
                  <a:pt x="5" y="602"/>
                  <a:pt x="7" y="597"/>
                  <a:pt x="9" y="596"/>
                </a:cubicBezTo>
                <a:cubicBezTo>
                  <a:pt x="11" y="594"/>
                  <a:pt x="17" y="593"/>
                  <a:pt x="27" y="593"/>
                </a:cubicBezTo>
                <a:cubicBezTo>
                  <a:pt x="80" y="591"/>
                  <a:pt x="122" y="575"/>
                  <a:pt x="152" y="545"/>
                </a:cubicBezTo>
                <a:cubicBezTo>
                  <a:pt x="158" y="538"/>
                  <a:pt x="194" y="499"/>
                  <a:pt x="260" y="427"/>
                </a:cubicBezTo>
                <a:cubicBezTo>
                  <a:pt x="326" y="355"/>
                  <a:pt x="358" y="319"/>
                  <a:pt x="358" y="318"/>
                </a:cubicBezTo>
                <a:cubicBezTo>
                  <a:pt x="290" y="145"/>
                  <a:pt x="255" y="58"/>
                  <a:pt x="252" y="54"/>
                </a:cubicBezTo>
                <a:cubicBezTo>
                  <a:pt x="246" y="48"/>
                  <a:pt x="227" y="44"/>
                  <a:pt x="193" y="43"/>
                </a:cubicBezTo>
                <a:lnTo>
                  <a:pt x="167" y="43"/>
                </a:lnTo>
                <a:cubicBezTo>
                  <a:pt x="163" y="40"/>
                  <a:pt x="162" y="37"/>
                  <a:pt x="162" y="36"/>
                </a:cubicBezTo>
                <a:cubicBezTo>
                  <a:pt x="162" y="35"/>
                  <a:pt x="162" y="29"/>
                  <a:pt x="163" y="17"/>
                </a:cubicBezTo>
                <a:cubicBezTo>
                  <a:pt x="166" y="9"/>
                  <a:pt x="169" y="3"/>
                  <a:pt x="173" y="0"/>
                </a:cubicBezTo>
                <a:lnTo>
                  <a:pt x="186" y="0"/>
                </a:lnTo>
                <a:cubicBezTo>
                  <a:pt x="207" y="1"/>
                  <a:pt x="244" y="1"/>
                  <a:pt x="298" y="1"/>
                </a:cubicBezTo>
                <a:cubicBezTo>
                  <a:pt x="319" y="1"/>
                  <a:pt x="338" y="1"/>
                  <a:pt x="355" y="1"/>
                </a:cubicBezTo>
                <a:cubicBezTo>
                  <a:pt x="372" y="1"/>
                  <a:pt x="386" y="1"/>
                  <a:pt x="397" y="0"/>
                </a:cubicBezTo>
                <a:cubicBezTo>
                  <a:pt x="407" y="0"/>
                  <a:pt x="414" y="0"/>
                  <a:pt x="415" y="0"/>
                </a:cubicBezTo>
                <a:cubicBezTo>
                  <a:pt x="426" y="0"/>
                  <a:pt x="431" y="4"/>
                  <a:pt x="431" y="11"/>
                </a:cubicBezTo>
                <a:cubicBezTo>
                  <a:pt x="431" y="11"/>
                  <a:pt x="431" y="15"/>
                  <a:pt x="429" y="23"/>
                </a:cubicBezTo>
                <a:cubicBezTo>
                  <a:pt x="427" y="33"/>
                  <a:pt x="425" y="39"/>
                  <a:pt x="423" y="41"/>
                </a:cubicBezTo>
                <a:cubicBezTo>
                  <a:pt x="421" y="42"/>
                  <a:pt x="416" y="43"/>
                  <a:pt x="408" y="43"/>
                </a:cubicBezTo>
                <a:cubicBezTo>
                  <a:pt x="389" y="45"/>
                  <a:pt x="372" y="50"/>
                  <a:pt x="358" y="59"/>
                </a:cubicBezTo>
                <a:lnTo>
                  <a:pt x="429" y="240"/>
                </a:lnTo>
                <a:lnTo>
                  <a:pt x="479" y="185"/>
                </a:lnTo>
                <a:cubicBezTo>
                  <a:pt x="545" y="115"/>
                  <a:pt x="577" y="76"/>
                  <a:pt x="577" y="68"/>
                </a:cubicBezTo>
                <a:cubicBezTo>
                  <a:pt x="577" y="57"/>
                  <a:pt x="570" y="50"/>
                  <a:pt x="555" y="45"/>
                </a:cubicBezTo>
                <a:cubicBezTo>
                  <a:pt x="552" y="45"/>
                  <a:pt x="548" y="45"/>
                  <a:pt x="543" y="43"/>
                </a:cubicBezTo>
                <a:cubicBezTo>
                  <a:pt x="534" y="43"/>
                  <a:pt x="529" y="40"/>
                  <a:pt x="529" y="33"/>
                </a:cubicBezTo>
                <a:cubicBezTo>
                  <a:pt x="529" y="32"/>
                  <a:pt x="530" y="26"/>
                  <a:pt x="531" y="17"/>
                </a:cubicBezTo>
                <a:cubicBezTo>
                  <a:pt x="533" y="9"/>
                  <a:pt x="536" y="3"/>
                  <a:pt x="540" y="0"/>
                </a:cubicBezTo>
                <a:lnTo>
                  <a:pt x="551" y="0"/>
                </a:lnTo>
                <a:cubicBezTo>
                  <a:pt x="552" y="0"/>
                  <a:pt x="560" y="0"/>
                  <a:pt x="574" y="0"/>
                </a:cubicBezTo>
                <a:cubicBezTo>
                  <a:pt x="589" y="0"/>
                  <a:pt x="606" y="0"/>
                  <a:pt x="625" y="1"/>
                </a:cubicBezTo>
                <a:cubicBezTo>
                  <a:pt x="643" y="3"/>
                  <a:pt x="656" y="3"/>
                  <a:pt x="663" y="2"/>
                </a:cubicBezTo>
                <a:cubicBezTo>
                  <a:pt x="719" y="2"/>
                  <a:pt x="749" y="1"/>
                  <a:pt x="755" y="0"/>
                </a:cubicBezTo>
                <a:lnTo>
                  <a:pt x="762" y="0"/>
                </a:lnTo>
                <a:cubicBezTo>
                  <a:pt x="767" y="4"/>
                  <a:pt x="769" y="7"/>
                  <a:pt x="769" y="10"/>
                </a:cubicBezTo>
                <a:cubicBezTo>
                  <a:pt x="768" y="25"/>
                  <a:pt x="764" y="37"/>
                  <a:pt x="758" y="43"/>
                </a:cubicBezTo>
                <a:lnTo>
                  <a:pt x="743" y="43"/>
                </a:lnTo>
                <a:cubicBezTo>
                  <a:pt x="722" y="44"/>
                  <a:pt x="703" y="47"/>
                  <a:pt x="686" y="52"/>
                </a:cubicBezTo>
                <a:cubicBezTo>
                  <a:pt x="669" y="57"/>
                  <a:pt x="657" y="62"/>
                  <a:pt x="648" y="67"/>
                </a:cubicBezTo>
                <a:cubicBezTo>
                  <a:pt x="639" y="73"/>
                  <a:pt x="632" y="79"/>
                  <a:pt x="626" y="84"/>
                </a:cubicBezTo>
                <a:lnTo>
                  <a:pt x="615" y="93"/>
                </a:lnTo>
                <a:cubicBezTo>
                  <a:pt x="615" y="92"/>
                  <a:pt x="586" y="124"/>
                  <a:pt x="527" y="189"/>
                </a:cubicBezTo>
                <a:lnTo>
                  <a:pt x="445" y="279"/>
                </a:lnTo>
                <a:cubicBezTo>
                  <a:pt x="445" y="279"/>
                  <a:pt x="455" y="304"/>
                  <a:pt x="474" y="353"/>
                </a:cubicBezTo>
                <a:cubicBezTo>
                  <a:pt x="493" y="402"/>
                  <a:pt x="514" y="452"/>
                  <a:pt x="535" y="504"/>
                </a:cubicBezTo>
                <a:cubicBezTo>
                  <a:pt x="556" y="555"/>
                  <a:pt x="568" y="582"/>
                  <a:pt x="570" y="584"/>
                </a:cubicBezTo>
                <a:cubicBezTo>
                  <a:pt x="576" y="589"/>
                  <a:pt x="595" y="592"/>
                  <a:pt x="627" y="593"/>
                </a:cubicBezTo>
                <a:cubicBezTo>
                  <a:pt x="648" y="593"/>
                  <a:pt x="659" y="596"/>
                  <a:pt x="659" y="601"/>
                </a:cubicBezTo>
                <a:cubicBezTo>
                  <a:pt x="659" y="602"/>
                  <a:pt x="658" y="607"/>
                  <a:pt x="657" y="614"/>
                </a:cubicBezTo>
                <a:cubicBezTo>
                  <a:pt x="655" y="624"/>
                  <a:pt x="653" y="630"/>
                  <a:pt x="651" y="632"/>
                </a:cubicBezTo>
                <a:cubicBezTo>
                  <a:pt x="649" y="634"/>
                  <a:pt x="645" y="635"/>
                  <a:pt x="638" y="635"/>
                </a:cubicBezTo>
                <a:cubicBezTo>
                  <a:pt x="636" y="635"/>
                  <a:pt x="626" y="635"/>
                  <a:pt x="607" y="635"/>
                </a:cubicBezTo>
                <a:cubicBezTo>
                  <a:pt x="588" y="635"/>
                  <a:pt x="561" y="634"/>
                  <a:pt x="524" y="634"/>
                </a:cubicBezTo>
                <a:cubicBezTo>
                  <a:pt x="485" y="634"/>
                  <a:pt x="457" y="634"/>
                  <a:pt x="437" y="634"/>
                </a:cubicBezTo>
                <a:cubicBezTo>
                  <a:pt x="417" y="634"/>
                  <a:pt x="406" y="634"/>
                  <a:pt x="404" y="635"/>
                </a:cubicBezTo>
                <a:cubicBezTo>
                  <a:pt x="394" y="635"/>
                  <a:pt x="388" y="632"/>
                  <a:pt x="388" y="626"/>
                </a:cubicBezTo>
                <a:cubicBezTo>
                  <a:pt x="388" y="626"/>
                  <a:pt x="389" y="621"/>
                  <a:pt x="390" y="612"/>
                </a:cubicBezTo>
                <a:cubicBezTo>
                  <a:pt x="392" y="606"/>
                  <a:pt x="393" y="602"/>
                  <a:pt x="394" y="599"/>
                </a:cubicBezTo>
                <a:cubicBezTo>
                  <a:pt x="395" y="597"/>
                  <a:pt x="397" y="595"/>
                  <a:pt x="399" y="595"/>
                </a:cubicBezTo>
                <a:cubicBezTo>
                  <a:pt x="401" y="594"/>
                  <a:pt x="403" y="593"/>
                  <a:pt x="407" y="593"/>
                </a:cubicBezTo>
                <a:cubicBezTo>
                  <a:pt x="411" y="592"/>
                  <a:pt x="416" y="592"/>
                  <a:pt x="422" y="592"/>
                </a:cubicBezTo>
                <a:cubicBezTo>
                  <a:pt x="428" y="592"/>
                  <a:pt x="436" y="590"/>
                  <a:pt x="446" y="585"/>
                </a:cubicBezTo>
                <a:cubicBezTo>
                  <a:pt x="457" y="580"/>
                  <a:pt x="462" y="577"/>
                  <a:pt x="462" y="576"/>
                </a:cubicBezTo>
                <a:cubicBezTo>
                  <a:pt x="461" y="576"/>
                  <a:pt x="447" y="540"/>
                  <a:pt x="418" y="467"/>
                </a:cubicBezTo>
                <a:lnTo>
                  <a:pt x="374" y="358"/>
                </a:lnTo>
                <a:cubicBezTo>
                  <a:pt x="258" y="484"/>
                  <a:pt x="198" y="551"/>
                  <a:pt x="195" y="558"/>
                </a:cubicBezTo>
                <a:cubicBezTo>
                  <a:pt x="193" y="562"/>
                  <a:pt x="191" y="566"/>
                  <a:pt x="191" y="569"/>
                </a:cubicBezTo>
                <a:cubicBezTo>
                  <a:pt x="191" y="580"/>
                  <a:pt x="200" y="588"/>
                  <a:pt x="218" y="592"/>
                </a:cubicBezTo>
                <a:cubicBezTo>
                  <a:pt x="219" y="592"/>
                  <a:pt x="221" y="592"/>
                  <a:pt x="224" y="592"/>
                </a:cubicBezTo>
                <a:cubicBezTo>
                  <a:pt x="227" y="592"/>
                  <a:pt x="229" y="592"/>
                  <a:pt x="229" y="593"/>
                </a:cubicBezTo>
                <a:cubicBezTo>
                  <a:pt x="231" y="593"/>
                  <a:pt x="233" y="593"/>
                  <a:pt x="233" y="593"/>
                </a:cubicBezTo>
                <a:cubicBezTo>
                  <a:pt x="234" y="593"/>
                  <a:pt x="235" y="593"/>
                  <a:pt x="236" y="594"/>
                </a:cubicBezTo>
                <a:cubicBezTo>
                  <a:pt x="237" y="594"/>
                  <a:pt x="238" y="595"/>
                  <a:pt x="239" y="597"/>
                </a:cubicBezTo>
                <a:cubicBezTo>
                  <a:pt x="239" y="598"/>
                  <a:pt x="240" y="600"/>
                  <a:pt x="240" y="603"/>
                </a:cubicBezTo>
                <a:cubicBezTo>
                  <a:pt x="240" y="609"/>
                  <a:pt x="239" y="614"/>
                  <a:pt x="238" y="618"/>
                </a:cubicBezTo>
                <a:cubicBezTo>
                  <a:pt x="236" y="626"/>
                  <a:pt x="234" y="631"/>
                  <a:pt x="232" y="632"/>
                </a:cubicBezTo>
                <a:cubicBezTo>
                  <a:pt x="230" y="633"/>
                  <a:pt x="226" y="634"/>
                  <a:pt x="218" y="635"/>
                </a:cubicBezTo>
                <a:cubicBezTo>
                  <a:pt x="216" y="635"/>
                  <a:pt x="211" y="635"/>
                  <a:pt x="202" y="635"/>
                </a:cubicBezTo>
                <a:cubicBezTo>
                  <a:pt x="192" y="635"/>
                  <a:pt x="179" y="634"/>
                  <a:pt x="162" y="634"/>
                </a:cubicBezTo>
                <a:cubicBezTo>
                  <a:pt x="146" y="633"/>
                  <a:pt x="127" y="633"/>
                  <a:pt x="108" y="634"/>
                </a:cubicBezTo>
                <a:cubicBezTo>
                  <a:pt x="59" y="634"/>
                  <a:pt x="28" y="634"/>
                  <a:pt x="15" y="63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047600" y="410508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300320" y="3467160"/>
            <a:ext cx="9172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Array 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980720" y="4019400"/>
            <a:ext cx="223200" cy="230760"/>
          </a:xfrm>
          <a:custGeom>
            <a:avLst/>
            <a:gdLst>
              <a:gd name="textAreaLeft" fmla="*/ 0 w 223200"/>
              <a:gd name="textAreaRight" fmla="*/ 223560 w 223200"/>
              <a:gd name="textAreaTop" fmla="*/ 0 h 230760"/>
              <a:gd name="textAreaBottom" fmla="*/ 231120 h 230760"/>
            </a:gdLst>
            <a:ahLst/>
            <a:cxnLst/>
            <a:rect l="textAreaLeft" t="textAreaTop" r="textAreaRight" b="textAreaBottom"/>
            <a:pathLst>
              <a:path w="621" h="642">
                <a:moveTo>
                  <a:pt x="14" y="642"/>
                </a:moveTo>
                <a:cubicBezTo>
                  <a:pt x="7" y="639"/>
                  <a:pt x="2" y="634"/>
                  <a:pt x="0" y="627"/>
                </a:cubicBezTo>
                <a:lnTo>
                  <a:pt x="0" y="320"/>
                </a:lnTo>
                <a:lnTo>
                  <a:pt x="1" y="12"/>
                </a:lnTo>
                <a:cubicBezTo>
                  <a:pt x="5" y="6"/>
                  <a:pt x="10" y="2"/>
                  <a:pt x="14" y="0"/>
                </a:cubicBezTo>
                <a:lnTo>
                  <a:pt x="609" y="0"/>
                </a:lnTo>
                <a:cubicBezTo>
                  <a:pt x="615" y="5"/>
                  <a:pt x="619" y="10"/>
                  <a:pt x="621" y="14"/>
                </a:cubicBezTo>
                <a:lnTo>
                  <a:pt x="621" y="628"/>
                </a:lnTo>
                <a:cubicBezTo>
                  <a:pt x="619" y="631"/>
                  <a:pt x="615" y="635"/>
                  <a:pt x="609" y="641"/>
                </a:cubicBezTo>
                <a:lnTo>
                  <a:pt x="311" y="642"/>
                </a:lnTo>
                <a:lnTo>
                  <a:pt x="14" y="642"/>
                </a:lnTo>
                <a:moveTo>
                  <a:pt x="584" y="605"/>
                </a:moveTo>
                <a:lnTo>
                  <a:pt x="584" y="38"/>
                </a:lnTo>
                <a:lnTo>
                  <a:pt x="37" y="38"/>
                </a:lnTo>
                <a:lnTo>
                  <a:pt x="37" y="605"/>
                </a:lnTo>
                <a:lnTo>
                  <a:pt x="584" y="60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229840" y="4023360"/>
            <a:ext cx="228600" cy="226800"/>
          </a:xfrm>
          <a:custGeom>
            <a:avLst/>
            <a:gdLst>
              <a:gd name="textAreaLeft" fmla="*/ 0 w 228600"/>
              <a:gd name="textAreaRight" fmla="*/ 228960 w 228600"/>
              <a:gd name="textAreaTop" fmla="*/ 0 h 226800"/>
              <a:gd name="textAreaBottom" fmla="*/ 227160 h 226800"/>
            </a:gdLst>
            <a:ahLst/>
            <a:cxnLst/>
            <a:rect l="textAreaLeft" t="textAreaTop" r="textAreaRight" b="textAreaBottom"/>
            <a:pathLst>
              <a:path w="636" h="631">
                <a:moveTo>
                  <a:pt x="17" y="223"/>
                </a:moveTo>
                <a:cubicBezTo>
                  <a:pt x="5" y="223"/>
                  <a:pt x="0" y="221"/>
                  <a:pt x="0" y="216"/>
                </a:cubicBezTo>
                <a:cubicBezTo>
                  <a:pt x="0" y="213"/>
                  <a:pt x="4" y="195"/>
                  <a:pt x="14" y="164"/>
                </a:cubicBezTo>
                <a:cubicBezTo>
                  <a:pt x="24" y="132"/>
                  <a:pt x="35" y="101"/>
                  <a:pt x="46" y="70"/>
                </a:cubicBezTo>
                <a:lnTo>
                  <a:pt x="62" y="24"/>
                </a:lnTo>
                <a:cubicBezTo>
                  <a:pt x="65" y="13"/>
                  <a:pt x="69" y="5"/>
                  <a:pt x="74" y="0"/>
                </a:cubicBezTo>
                <a:lnTo>
                  <a:pt x="510" y="0"/>
                </a:lnTo>
                <a:lnTo>
                  <a:pt x="594" y="0"/>
                </a:lnTo>
                <a:cubicBezTo>
                  <a:pt x="614" y="0"/>
                  <a:pt x="626" y="0"/>
                  <a:pt x="629" y="1"/>
                </a:cubicBezTo>
                <a:cubicBezTo>
                  <a:pt x="633" y="2"/>
                  <a:pt x="635" y="4"/>
                  <a:pt x="636" y="9"/>
                </a:cubicBezTo>
                <a:cubicBezTo>
                  <a:pt x="636" y="13"/>
                  <a:pt x="630" y="48"/>
                  <a:pt x="620" y="115"/>
                </a:cubicBezTo>
                <a:cubicBezTo>
                  <a:pt x="609" y="182"/>
                  <a:pt x="603" y="216"/>
                  <a:pt x="602" y="217"/>
                </a:cubicBezTo>
                <a:cubicBezTo>
                  <a:pt x="602" y="221"/>
                  <a:pt x="596" y="223"/>
                  <a:pt x="585" y="223"/>
                </a:cubicBezTo>
                <a:cubicBezTo>
                  <a:pt x="579" y="223"/>
                  <a:pt x="575" y="223"/>
                  <a:pt x="573" y="223"/>
                </a:cubicBezTo>
                <a:cubicBezTo>
                  <a:pt x="572" y="223"/>
                  <a:pt x="570" y="222"/>
                  <a:pt x="568" y="219"/>
                </a:cubicBezTo>
                <a:lnTo>
                  <a:pt x="566" y="216"/>
                </a:lnTo>
                <a:cubicBezTo>
                  <a:pt x="566" y="212"/>
                  <a:pt x="568" y="198"/>
                  <a:pt x="572" y="174"/>
                </a:cubicBezTo>
                <a:cubicBezTo>
                  <a:pt x="575" y="150"/>
                  <a:pt x="577" y="131"/>
                  <a:pt x="577" y="117"/>
                </a:cubicBezTo>
                <a:cubicBezTo>
                  <a:pt x="577" y="96"/>
                  <a:pt x="573" y="79"/>
                  <a:pt x="565" y="68"/>
                </a:cubicBezTo>
                <a:cubicBezTo>
                  <a:pt x="557" y="57"/>
                  <a:pt x="540" y="49"/>
                  <a:pt x="514" y="45"/>
                </a:cubicBezTo>
                <a:cubicBezTo>
                  <a:pt x="511" y="44"/>
                  <a:pt x="493" y="43"/>
                  <a:pt x="459" y="43"/>
                </a:cubicBezTo>
                <a:cubicBezTo>
                  <a:pt x="430" y="43"/>
                  <a:pt x="412" y="43"/>
                  <a:pt x="405" y="44"/>
                </a:cubicBezTo>
                <a:cubicBezTo>
                  <a:pt x="398" y="44"/>
                  <a:pt x="392" y="47"/>
                  <a:pt x="388" y="51"/>
                </a:cubicBezTo>
                <a:cubicBezTo>
                  <a:pt x="388" y="52"/>
                  <a:pt x="366" y="138"/>
                  <a:pt x="322" y="311"/>
                </a:cubicBezTo>
                <a:cubicBezTo>
                  <a:pt x="279" y="484"/>
                  <a:pt x="257" y="572"/>
                  <a:pt x="257" y="575"/>
                </a:cubicBezTo>
                <a:cubicBezTo>
                  <a:pt x="257" y="582"/>
                  <a:pt x="284" y="587"/>
                  <a:pt x="339" y="588"/>
                </a:cubicBezTo>
                <a:cubicBezTo>
                  <a:pt x="359" y="588"/>
                  <a:pt x="372" y="588"/>
                  <a:pt x="377" y="589"/>
                </a:cubicBezTo>
                <a:cubicBezTo>
                  <a:pt x="383" y="589"/>
                  <a:pt x="385" y="592"/>
                  <a:pt x="385" y="597"/>
                </a:cubicBezTo>
                <a:cubicBezTo>
                  <a:pt x="385" y="600"/>
                  <a:pt x="385" y="605"/>
                  <a:pt x="383" y="610"/>
                </a:cubicBezTo>
                <a:cubicBezTo>
                  <a:pt x="380" y="621"/>
                  <a:pt x="377" y="628"/>
                  <a:pt x="374" y="630"/>
                </a:cubicBezTo>
                <a:lnTo>
                  <a:pt x="372" y="631"/>
                </a:lnTo>
                <a:cubicBezTo>
                  <a:pt x="371" y="631"/>
                  <a:pt x="368" y="631"/>
                  <a:pt x="366" y="631"/>
                </a:cubicBezTo>
                <a:cubicBezTo>
                  <a:pt x="363" y="631"/>
                  <a:pt x="347" y="630"/>
                  <a:pt x="318" y="630"/>
                </a:cubicBezTo>
                <a:cubicBezTo>
                  <a:pt x="288" y="629"/>
                  <a:pt x="247" y="629"/>
                  <a:pt x="192" y="629"/>
                </a:cubicBezTo>
                <a:cubicBezTo>
                  <a:pt x="112" y="629"/>
                  <a:pt x="61" y="629"/>
                  <a:pt x="40" y="631"/>
                </a:cubicBezTo>
                <a:lnTo>
                  <a:pt x="26" y="631"/>
                </a:lnTo>
                <a:cubicBezTo>
                  <a:pt x="22" y="627"/>
                  <a:pt x="20" y="624"/>
                  <a:pt x="20" y="622"/>
                </a:cubicBezTo>
                <a:cubicBezTo>
                  <a:pt x="20" y="620"/>
                  <a:pt x="21" y="615"/>
                  <a:pt x="22" y="606"/>
                </a:cubicBezTo>
                <a:cubicBezTo>
                  <a:pt x="24" y="598"/>
                  <a:pt x="27" y="592"/>
                  <a:pt x="31" y="588"/>
                </a:cubicBezTo>
                <a:lnTo>
                  <a:pt x="57" y="588"/>
                </a:lnTo>
                <a:lnTo>
                  <a:pt x="67" y="588"/>
                </a:lnTo>
                <a:cubicBezTo>
                  <a:pt x="117" y="588"/>
                  <a:pt x="146" y="585"/>
                  <a:pt x="156" y="580"/>
                </a:cubicBezTo>
                <a:cubicBezTo>
                  <a:pt x="156" y="579"/>
                  <a:pt x="157" y="579"/>
                  <a:pt x="158" y="579"/>
                </a:cubicBezTo>
                <a:cubicBezTo>
                  <a:pt x="161" y="577"/>
                  <a:pt x="164" y="571"/>
                  <a:pt x="167" y="560"/>
                </a:cubicBezTo>
                <a:cubicBezTo>
                  <a:pt x="170" y="549"/>
                  <a:pt x="182" y="501"/>
                  <a:pt x="204" y="413"/>
                </a:cubicBezTo>
                <a:cubicBezTo>
                  <a:pt x="215" y="371"/>
                  <a:pt x="223" y="336"/>
                  <a:pt x="230" y="310"/>
                </a:cubicBezTo>
                <a:cubicBezTo>
                  <a:pt x="274" y="139"/>
                  <a:pt x="295" y="52"/>
                  <a:pt x="295" y="48"/>
                </a:cubicBezTo>
                <a:cubicBezTo>
                  <a:pt x="295" y="45"/>
                  <a:pt x="286" y="44"/>
                  <a:pt x="268" y="44"/>
                </a:cubicBezTo>
                <a:lnTo>
                  <a:pt x="239" y="44"/>
                </a:lnTo>
                <a:cubicBezTo>
                  <a:pt x="198" y="44"/>
                  <a:pt x="171" y="46"/>
                  <a:pt x="158" y="49"/>
                </a:cubicBezTo>
                <a:cubicBezTo>
                  <a:pt x="130" y="56"/>
                  <a:pt x="108" y="68"/>
                  <a:pt x="93" y="87"/>
                </a:cubicBezTo>
                <a:cubicBezTo>
                  <a:pt x="77" y="107"/>
                  <a:pt x="60" y="143"/>
                  <a:pt x="42" y="195"/>
                </a:cubicBezTo>
                <a:cubicBezTo>
                  <a:pt x="38" y="209"/>
                  <a:pt x="35" y="217"/>
                  <a:pt x="33" y="220"/>
                </a:cubicBezTo>
                <a:cubicBezTo>
                  <a:pt x="31" y="222"/>
                  <a:pt x="27" y="223"/>
                  <a:pt x="20" y="223"/>
                </a:cubicBezTo>
                <a:lnTo>
                  <a:pt x="17" y="22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467080" y="4021200"/>
            <a:ext cx="159840" cy="228960"/>
          </a:xfrm>
          <a:custGeom>
            <a:avLst/>
            <a:gdLst>
              <a:gd name="textAreaLeft" fmla="*/ 0 w 159840"/>
              <a:gd name="textAreaRight" fmla="*/ 160200 w 159840"/>
              <a:gd name="textAreaTop" fmla="*/ 0 h 228960"/>
              <a:gd name="textAreaBottom" fmla="*/ 229320 h 228960"/>
            </a:gdLst>
            <a:ahLst/>
            <a:cxnLst/>
            <a:rect l="textAreaLeft" t="textAreaTop" r="textAreaRight" b="textAreaBottom"/>
            <a:pathLst>
              <a:path w="445" h="637">
                <a:moveTo>
                  <a:pt x="16" y="636"/>
                </a:moveTo>
                <a:cubicBezTo>
                  <a:pt x="5" y="636"/>
                  <a:pt x="0" y="633"/>
                  <a:pt x="0" y="627"/>
                </a:cubicBezTo>
                <a:cubicBezTo>
                  <a:pt x="0" y="626"/>
                  <a:pt x="1" y="622"/>
                  <a:pt x="3" y="614"/>
                </a:cubicBezTo>
                <a:cubicBezTo>
                  <a:pt x="6" y="603"/>
                  <a:pt x="9" y="596"/>
                  <a:pt x="12" y="595"/>
                </a:cubicBezTo>
                <a:cubicBezTo>
                  <a:pt x="14" y="594"/>
                  <a:pt x="19" y="594"/>
                  <a:pt x="26" y="594"/>
                </a:cubicBezTo>
                <a:lnTo>
                  <a:pt x="33" y="594"/>
                </a:lnTo>
                <a:cubicBezTo>
                  <a:pt x="70" y="594"/>
                  <a:pt x="93" y="592"/>
                  <a:pt x="103" y="587"/>
                </a:cubicBezTo>
                <a:cubicBezTo>
                  <a:pt x="104" y="587"/>
                  <a:pt x="104" y="587"/>
                  <a:pt x="105" y="586"/>
                </a:cubicBezTo>
                <a:cubicBezTo>
                  <a:pt x="108" y="585"/>
                  <a:pt x="112" y="577"/>
                  <a:pt x="115" y="564"/>
                </a:cubicBezTo>
                <a:cubicBezTo>
                  <a:pt x="119" y="551"/>
                  <a:pt x="134" y="490"/>
                  <a:pt x="161" y="382"/>
                </a:cubicBezTo>
                <a:cubicBezTo>
                  <a:pt x="168" y="354"/>
                  <a:pt x="174" y="332"/>
                  <a:pt x="178" y="316"/>
                </a:cubicBezTo>
                <a:cubicBezTo>
                  <a:pt x="221" y="142"/>
                  <a:pt x="243" y="55"/>
                  <a:pt x="243" y="54"/>
                </a:cubicBezTo>
                <a:cubicBezTo>
                  <a:pt x="241" y="51"/>
                  <a:pt x="241" y="49"/>
                  <a:pt x="241" y="49"/>
                </a:cubicBezTo>
                <a:cubicBezTo>
                  <a:pt x="235" y="45"/>
                  <a:pt x="213" y="43"/>
                  <a:pt x="175" y="43"/>
                </a:cubicBezTo>
                <a:lnTo>
                  <a:pt x="156" y="43"/>
                </a:lnTo>
                <a:cubicBezTo>
                  <a:pt x="151" y="40"/>
                  <a:pt x="149" y="32"/>
                  <a:pt x="153" y="20"/>
                </a:cubicBezTo>
                <a:cubicBezTo>
                  <a:pt x="155" y="11"/>
                  <a:pt x="157" y="5"/>
                  <a:pt x="158" y="3"/>
                </a:cubicBezTo>
                <a:cubicBezTo>
                  <a:pt x="159" y="1"/>
                  <a:pt x="164" y="0"/>
                  <a:pt x="171" y="0"/>
                </a:cubicBezTo>
                <a:lnTo>
                  <a:pt x="175" y="0"/>
                </a:lnTo>
                <a:cubicBezTo>
                  <a:pt x="219" y="2"/>
                  <a:pt x="265" y="2"/>
                  <a:pt x="311" y="2"/>
                </a:cubicBezTo>
                <a:cubicBezTo>
                  <a:pt x="386" y="2"/>
                  <a:pt x="426" y="2"/>
                  <a:pt x="430" y="0"/>
                </a:cubicBezTo>
                <a:lnTo>
                  <a:pt x="439" y="0"/>
                </a:lnTo>
                <a:cubicBezTo>
                  <a:pt x="443" y="5"/>
                  <a:pt x="445" y="8"/>
                  <a:pt x="445" y="11"/>
                </a:cubicBezTo>
                <a:cubicBezTo>
                  <a:pt x="445" y="13"/>
                  <a:pt x="445" y="18"/>
                  <a:pt x="443" y="27"/>
                </a:cubicBezTo>
                <a:cubicBezTo>
                  <a:pt x="441" y="35"/>
                  <a:pt x="439" y="40"/>
                  <a:pt x="436" y="41"/>
                </a:cubicBezTo>
                <a:cubicBezTo>
                  <a:pt x="434" y="43"/>
                  <a:pt x="427" y="43"/>
                  <a:pt x="415" y="43"/>
                </a:cubicBezTo>
                <a:cubicBezTo>
                  <a:pt x="396" y="43"/>
                  <a:pt x="376" y="44"/>
                  <a:pt x="355" y="46"/>
                </a:cubicBezTo>
                <a:cubicBezTo>
                  <a:pt x="347" y="48"/>
                  <a:pt x="341" y="51"/>
                  <a:pt x="338" y="56"/>
                </a:cubicBezTo>
                <a:cubicBezTo>
                  <a:pt x="333" y="65"/>
                  <a:pt x="317" y="124"/>
                  <a:pt x="290" y="234"/>
                </a:cubicBezTo>
                <a:cubicBezTo>
                  <a:pt x="283" y="263"/>
                  <a:pt x="277" y="291"/>
                  <a:pt x="270" y="319"/>
                </a:cubicBezTo>
                <a:cubicBezTo>
                  <a:pt x="226" y="490"/>
                  <a:pt x="205" y="577"/>
                  <a:pt x="205" y="582"/>
                </a:cubicBezTo>
                <a:cubicBezTo>
                  <a:pt x="205" y="586"/>
                  <a:pt x="208" y="589"/>
                  <a:pt x="214" y="590"/>
                </a:cubicBezTo>
                <a:cubicBezTo>
                  <a:pt x="220" y="591"/>
                  <a:pt x="236" y="593"/>
                  <a:pt x="262" y="594"/>
                </a:cubicBezTo>
                <a:lnTo>
                  <a:pt x="292" y="594"/>
                </a:lnTo>
                <a:cubicBezTo>
                  <a:pt x="296" y="599"/>
                  <a:pt x="298" y="602"/>
                  <a:pt x="298" y="602"/>
                </a:cubicBezTo>
                <a:cubicBezTo>
                  <a:pt x="298" y="603"/>
                  <a:pt x="297" y="608"/>
                  <a:pt x="295" y="619"/>
                </a:cubicBezTo>
                <a:cubicBezTo>
                  <a:pt x="292" y="627"/>
                  <a:pt x="289" y="633"/>
                  <a:pt x="285" y="637"/>
                </a:cubicBezTo>
                <a:lnTo>
                  <a:pt x="271" y="637"/>
                </a:lnTo>
                <a:cubicBezTo>
                  <a:pt x="248" y="635"/>
                  <a:pt x="205" y="635"/>
                  <a:pt x="143" y="635"/>
                </a:cubicBezTo>
                <a:cubicBezTo>
                  <a:pt x="121" y="635"/>
                  <a:pt x="100" y="635"/>
                  <a:pt x="82" y="635"/>
                </a:cubicBezTo>
                <a:cubicBezTo>
                  <a:pt x="63" y="635"/>
                  <a:pt x="48" y="635"/>
                  <a:pt x="37" y="635"/>
                </a:cubicBezTo>
                <a:cubicBezTo>
                  <a:pt x="25" y="635"/>
                  <a:pt x="18" y="635"/>
                  <a:pt x="16" y="63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637360" y="4022280"/>
            <a:ext cx="245520" cy="227880"/>
          </a:xfrm>
          <a:custGeom>
            <a:avLst/>
            <a:gdLst>
              <a:gd name="textAreaLeft" fmla="*/ 0 w 245520"/>
              <a:gd name="textAreaRight" fmla="*/ 245880 w 245520"/>
              <a:gd name="textAreaTop" fmla="*/ 0 h 227880"/>
              <a:gd name="textAreaBottom" fmla="*/ 228240 h 227880"/>
            </a:gdLst>
            <a:ahLst/>
            <a:cxnLst/>
            <a:rect l="textAreaLeft" t="textAreaTop" r="textAreaRight" b="textAreaBottom"/>
            <a:pathLst>
              <a:path w="683" h="634">
                <a:moveTo>
                  <a:pt x="429" y="435"/>
                </a:moveTo>
                <a:cubicBezTo>
                  <a:pt x="417" y="435"/>
                  <a:pt x="410" y="431"/>
                  <a:pt x="410" y="423"/>
                </a:cubicBezTo>
                <a:cubicBezTo>
                  <a:pt x="410" y="420"/>
                  <a:pt x="412" y="413"/>
                  <a:pt x="415" y="400"/>
                </a:cubicBezTo>
                <a:cubicBezTo>
                  <a:pt x="418" y="388"/>
                  <a:pt x="420" y="377"/>
                  <a:pt x="420" y="368"/>
                </a:cubicBezTo>
                <a:cubicBezTo>
                  <a:pt x="420" y="348"/>
                  <a:pt x="413" y="337"/>
                  <a:pt x="400" y="332"/>
                </a:cubicBezTo>
                <a:cubicBezTo>
                  <a:pt x="387" y="328"/>
                  <a:pt x="357" y="326"/>
                  <a:pt x="310" y="326"/>
                </a:cubicBezTo>
                <a:lnTo>
                  <a:pt x="262" y="326"/>
                </a:lnTo>
                <a:cubicBezTo>
                  <a:pt x="261" y="327"/>
                  <a:pt x="250" y="370"/>
                  <a:pt x="229" y="454"/>
                </a:cubicBezTo>
                <a:cubicBezTo>
                  <a:pt x="208" y="539"/>
                  <a:pt x="197" y="583"/>
                  <a:pt x="197" y="585"/>
                </a:cubicBezTo>
                <a:cubicBezTo>
                  <a:pt x="197" y="588"/>
                  <a:pt x="201" y="589"/>
                  <a:pt x="208" y="589"/>
                </a:cubicBezTo>
                <a:cubicBezTo>
                  <a:pt x="215" y="589"/>
                  <a:pt x="239" y="590"/>
                  <a:pt x="282" y="591"/>
                </a:cubicBezTo>
                <a:cubicBezTo>
                  <a:pt x="340" y="591"/>
                  <a:pt x="379" y="590"/>
                  <a:pt x="397" y="589"/>
                </a:cubicBezTo>
                <a:cubicBezTo>
                  <a:pt x="416" y="588"/>
                  <a:pt x="435" y="584"/>
                  <a:pt x="453" y="577"/>
                </a:cubicBezTo>
                <a:cubicBezTo>
                  <a:pt x="484" y="567"/>
                  <a:pt x="510" y="550"/>
                  <a:pt x="530" y="525"/>
                </a:cubicBezTo>
                <a:cubicBezTo>
                  <a:pt x="549" y="499"/>
                  <a:pt x="571" y="458"/>
                  <a:pt x="596" y="402"/>
                </a:cubicBezTo>
                <a:cubicBezTo>
                  <a:pt x="602" y="388"/>
                  <a:pt x="606" y="381"/>
                  <a:pt x="608" y="380"/>
                </a:cubicBezTo>
                <a:cubicBezTo>
                  <a:pt x="612" y="378"/>
                  <a:pt x="617" y="378"/>
                  <a:pt x="622" y="378"/>
                </a:cubicBezTo>
                <a:cubicBezTo>
                  <a:pt x="634" y="378"/>
                  <a:pt x="640" y="382"/>
                  <a:pt x="640" y="390"/>
                </a:cubicBezTo>
                <a:cubicBezTo>
                  <a:pt x="575" y="548"/>
                  <a:pt x="541" y="629"/>
                  <a:pt x="538" y="632"/>
                </a:cubicBezTo>
                <a:cubicBezTo>
                  <a:pt x="536" y="633"/>
                  <a:pt x="446" y="634"/>
                  <a:pt x="271" y="634"/>
                </a:cubicBezTo>
                <a:lnTo>
                  <a:pt x="95" y="634"/>
                </a:lnTo>
                <a:cubicBezTo>
                  <a:pt x="32" y="634"/>
                  <a:pt x="0" y="630"/>
                  <a:pt x="0" y="623"/>
                </a:cubicBezTo>
                <a:cubicBezTo>
                  <a:pt x="0" y="622"/>
                  <a:pt x="1" y="618"/>
                  <a:pt x="3" y="610"/>
                </a:cubicBezTo>
                <a:cubicBezTo>
                  <a:pt x="6" y="601"/>
                  <a:pt x="8" y="595"/>
                  <a:pt x="11" y="594"/>
                </a:cubicBezTo>
                <a:cubicBezTo>
                  <a:pt x="13" y="592"/>
                  <a:pt x="20" y="592"/>
                  <a:pt x="32" y="591"/>
                </a:cubicBezTo>
                <a:cubicBezTo>
                  <a:pt x="49" y="591"/>
                  <a:pt x="67" y="590"/>
                  <a:pt x="88" y="588"/>
                </a:cubicBezTo>
                <a:cubicBezTo>
                  <a:pt x="96" y="586"/>
                  <a:pt x="102" y="583"/>
                  <a:pt x="105" y="577"/>
                </a:cubicBezTo>
                <a:cubicBezTo>
                  <a:pt x="107" y="574"/>
                  <a:pt x="129" y="486"/>
                  <a:pt x="171" y="315"/>
                </a:cubicBezTo>
                <a:cubicBezTo>
                  <a:pt x="214" y="144"/>
                  <a:pt x="236" y="57"/>
                  <a:pt x="237" y="54"/>
                </a:cubicBezTo>
                <a:cubicBezTo>
                  <a:pt x="237" y="50"/>
                  <a:pt x="235" y="48"/>
                  <a:pt x="233" y="48"/>
                </a:cubicBezTo>
                <a:cubicBezTo>
                  <a:pt x="228" y="46"/>
                  <a:pt x="211" y="44"/>
                  <a:pt x="184" y="43"/>
                </a:cubicBezTo>
                <a:lnTo>
                  <a:pt x="155" y="43"/>
                </a:lnTo>
                <a:cubicBezTo>
                  <a:pt x="151" y="39"/>
                  <a:pt x="149" y="37"/>
                  <a:pt x="149" y="36"/>
                </a:cubicBezTo>
                <a:cubicBezTo>
                  <a:pt x="149" y="34"/>
                  <a:pt x="150" y="29"/>
                  <a:pt x="151" y="20"/>
                </a:cubicBezTo>
                <a:cubicBezTo>
                  <a:pt x="153" y="9"/>
                  <a:pt x="157" y="3"/>
                  <a:pt x="160" y="0"/>
                </a:cubicBezTo>
                <a:lnTo>
                  <a:pt x="676" y="0"/>
                </a:lnTo>
                <a:cubicBezTo>
                  <a:pt x="681" y="3"/>
                  <a:pt x="683" y="6"/>
                  <a:pt x="683" y="11"/>
                </a:cubicBezTo>
                <a:cubicBezTo>
                  <a:pt x="683" y="14"/>
                  <a:pt x="679" y="48"/>
                  <a:pt x="671" y="115"/>
                </a:cubicBezTo>
                <a:cubicBezTo>
                  <a:pt x="663" y="181"/>
                  <a:pt x="659" y="215"/>
                  <a:pt x="658" y="217"/>
                </a:cubicBezTo>
                <a:cubicBezTo>
                  <a:pt x="657" y="221"/>
                  <a:pt x="650" y="223"/>
                  <a:pt x="639" y="223"/>
                </a:cubicBezTo>
                <a:lnTo>
                  <a:pt x="628" y="223"/>
                </a:lnTo>
                <a:cubicBezTo>
                  <a:pt x="624" y="220"/>
                  <a:pt x="622" y="216"/>
                  <a:pt x="622" y="211"/>
                </a:cubicBezTo>
                <a:lnTo>
                  <a:pt x="624" y="190"/>
                </a:lnTo>
                <a:cubicBezTo>
                  <a:pt x="626" y="175"/>
                  <a:pt x="627" y="159"/>
                  <a:pt x="627" y="142"/>
                </a:cubicBezTo>
                <a:cubicBezTo>
                  <a:pt x="627" y="123"/>
                  <a:pt x="625" y="108"/>
                  <a:pt x="621" y="95"/>
                </a:cubicBezTo>
                <a:cubicBezTo>
                  <a:pt x="616" y="83"/>
                  <a:pt x="610" y="73"/>
                  <a:pt x="603" y="66"/>
                </a:cubicBezTo>
                <a:cubicBezTo>
                  <a:pt x="596" y="59"/>
                  <a:pt x="585" y="55"/>
                  <a:pt x="570" y="51"/>
                </a:cubicBezTo>
                <a:cubicBezTo>
                  <a:pt x="556" y="48"/>
                  <a:pt x="542" y="46"/>
                  <a:pt x="527" y="45"/>
                </a:cubicBezTo>
                <a:cubicBezTo>
                  <a:pt x="512" y="44"/>
                  <a:pt x="491" y="43"/>
                  <a:pt x="466" y="43"/>
                </a:cubicBezTo>
                <a:lnTo>
                  <a:pt x="423" y="43"/>
                </a:lnTo>
                <a:cubicBezTo>
                  <a:pt x="368" y="44"/>
                  <a:pt x="339" y="45"/>
                  <a:pt x="336" y="46"/>
                </a:cubicBezTo>
                <a:cubicBezTo>
                  <a:pt x="334" y="47"/>
                  <a:pt x="332" y="50"/>
                  <a:pt x="330" y="54"/>
                </a:cubicBezTo>
                <a:cubicBezTo>
                  <a:pt x="330" y="56"/>
                  <a:pt x="320" y="94"/>
                  <a:pt x="302" y="169"/>
                </a:cubicBezTo>
                <a:cubicBezTo>
                  <a:pt x="283" y="243"/>
                  <a:pt x="273" y="281"/>
                  <a:pt x="273" y="282"/>
                </a:cubicBezTo>
                <a:cubicBezTo>
                  <a:pt x="287" y="283"/>
                  <a:pt x="302" y="283"/>
                  <a:pt x="317" y="283"/>
                </a:cubicBezTo>
                <a:lnTo>
                  <a:pt x="342" y="283"/>
                </a:lnTo>
                <a:cubicBezTo>
                  <a:pt x="383" y="283"/>
                  <a:pt x="411" y="278"/>
                  <a:pt x="426" y="269"/>
                </a:cubicBezTo>
                <a:cubicBezTo>
                  <a:pt x="442" y="260"/>
                  <a:pt x="456" y="235"/>
                  <a:pt x="468" y="194"/>
                </a:cubicBezTo>
                <a:cubicBezTo>
                  <a:pt x="471" y="184"/>
                  <a:pt x="472" y="178"/>
                  <a:pt x="474" y="177"/>
                </a:cubicBezTo>
                <a:cubicBezTo>
                  <a:pt x="475" y="176"/>
                  <a:pt x="480" y="175"/>
                  <a:pt x="489" y="174"/>
                </a:cubicBezTo>
                <a:cubicBezTo>
                  <a:pt x="493" y="174"/>
                  <a:pt x="495" y="174"/>
                  <a:pt x="497" y="174"/>
                </a:cubicBezTo>
                <a:cubicBezTo>
                  <a:pt x="499" y="174"/>
                  <a:pt x="500" y="175"/>
                  <a:pt x="502" y="175"/>
                </a:cubicBezTo>
                <a:cubicBezTo>
                  <a:pt x="503" y="176"/>
                  <a:pt x="503" y="176"/>
                  <a:pt x="503" y="176"/>
                </a:cubicBezTo>
                <a:cubicBezTo>
                  <a:pt x="503" y="176"/>
                  <a:pt x="504" y="177"/>
                  <a:pt x="505" y="180"/>
                </a:cubicBezTo>
                <a:cubicBezTo>
                  <a:pt x="508" y="182"/>
                  <a:pt x="508" y="184"/>
                  <a:pt x="509" y="184"/>
                </a:cubicBezTo>
                <a:lnTo>
                  <a:pt x="477" y="306"/>
                </a:lnTo>
                <a:cubicBezTo>
                  <a:pt x="457" y="389"/>
                  <a:pt x="446" y="431"/>
                  <a:pt x="444" y="432"/>
                </a:cubicBezTo>
                <a:cubicBezTo>
                  <a:pt x="442" y="434"/>
                  <a:pt x="437" y="435"/>
                  <a:pt x="429" y="43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047600" y="459072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300320" y="3952800"/>
            <a:ext cx="6588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File 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666160" y="4501080"/>
            <a:ext cx="223560" cy="230760"/>
          </a:xfrm>
          <a:custGeom>
            <a:avLst/>
            <a:gdLst>
              <a:gd name="textAreaLeft" fmla="*/ 0 w 223560"/>
              <a:gd name="textAreaRight" fmla="*/ 223920 w 223560"/>
              <a:gd name="textAreaTop" fmla="*/ 0 h 230760"/>
              <a:gd name="textAreaBottom" fmla="*/ 231120 h 230760"/>
            </a:gdLst>
            <a:ahLst/>
            <a:cxnLst/>
            <a:rect l="textAreaLeft" t="textAreaTop" r="textAreaRight" b="textAreaBottom"/>
            <a:pathLst>
              <a:path w="622" h="642">
                <a:moveTo>
                  <a:pt x="15" y="642"/>
                </a:moveTo>
                <a:cubicBezTo>
                  <a:pt x="8" y="639"/>
                  <a:pt x="3" y="634"/>
                  <a:pt x="0" y="627"/>
                </a:cubicBezTo>
                <a:lnTo>
                  <a:pt x="0" y="319"/>
                </a:lnTo>
                <a:lnTo>
                  <a:pt x="1" y="12"/>
                </a:lnTo>
                <a:cubicBezTo>
                  <a:pt x="6" y="6"/>
                  <a:pt x="11" y="2"/>
                  <a:pt x="14" y="0"/>
                </a:cubicBezTo>
                <a:lnTo>
                  <a:pt x="610" y="0"/>
                </a:lnTo>
                <a:cubicBezTo>
                  <a:pt x="616" y="5"/>
                  <a:pt x="620" y="9"/>
                  <a:pt x="622" y="14"/>
                </a:cubicBezTo>
                <a:lnTo>
                  <a:pt x="622" y="628"/>
                </a:lnTo>
                <a:cubicBezTo>
                  <a:pt x="620" y="631"/>
                  <a:pt x="616" y="635"/>
                  <a:pt x="610" y="641"/>
                </a:cubicBezTo>
                <a:lnTo>
                  <a:pt x="312" y="642"/>
                </a:lnTo>
                <a:lnTo>
                  <a:pt x="15" y="642"/>
                </a:lnTo>
                <a:moveTo>
                  <a:pt x="585" y="603"/>
                </a:moveTo>
                <a:lnTo>
                  <a:pt x="585" y="37"/>
                </a:lnTo>
                <a:lnTo>
                  <a:pt x="37" y="37"/>
                </a:lnTo>
                <a:lnTo>
                  <a:pt x="37" y="603"/>
                </a:lnTo>
                <a:lnTo>
                  <a:pt x="585" y="60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925000" y="4495680"/>
            <a:ext cx="237960" cy="243360"/>
          </a:xfrm>
          <a:custGeom>
            <a:avLst/>
            <a:gdLst>
              <a:gd name="textAreaLeft" fmla="*/ 0 w 237960"/>
              <a:gd name="textAreaRight" fmla="*/ 238320 w 237960"/>
              <a:gd name="textAreaTop" fmla="*/ 0 h 243360"/>
              <a:gd name="textAreaBottom" fmla="*/ 243720 h 243360"/>
            </a:gdLst>
            <a:ahLst/>
            <a:cxnLst/>
            <a:rect l="textAreaLeft" t="textAreaTop" r="textAreaRight" b="textAreaBottom"/>
            <a:pathLst>
              <a:path w="662" h="677">
                <a:moveTo>
                  <a:pt x="0" y="422"/>
                </a:moveTo>
                <a:cubicBezTo>
                  <a:pt x="0" y="351"/>
                  <a:pt x="21" y="282"/>
                  <a:pt x="63" y="217"/>
                </a:cubicBezTo>
                <a:cubicBezTo>
                  <a:pt x="104" y="151"/>
                  <a:pt x="158" y="99"/>
                  <a:pt x="221" y="60"/>
                </a:cubicBezTo>
                <a:cubicBezTo>
                  <a:pt x="284" y="22"/>
                  <a:pt x="347" y="1"/>
                  <a:pt x="411" y="1"/>
                </a:cubicBezTo>
                <a:cubicBezTo>
                  <a:pt x="467" y="1"/>
                  <a:pt x="511" y="17"/>
                  <a:pt x="544" y="49"/>
                </a:cubicBezTo>
                <a:cubicBezTo>
                  <a:pt x="549" y="55"/>
                  <a:pt x="554" y="61"/>
                  <a:pt x="558" y="65"/>
                </a:cubicBezTo>
                <a:cubicBezTo>
                  <a:pt x="561" y="69"/>
                  <a:pt x="564" y="72"/>
                  <a:pt x="565" y="74"/>
                </a:cubicBezTo>
                <a:lnTo>
                  <a:pt x="566" y="77"/>
                </a:lnTo>
                <a:cubicBezTo>
                  <a:pt x="568" y="77"/>
                  <a:pt x="576" y="69"/>
                  <a:pt x="591" y="53"/>
                </a:cubicBezTo>
                <a:cubicBezTo>
                  <a:pt x="596" y="49"/>
                  <a:pt x="600" y="45"/>
                  <a:pt x="605" y="40"/>
                </a:cubicBezTo>
                <a:cubicBezTo>
                  <a:pt x="610" y="35"/>
                  <a:pt x="615" y="30"/>
                  <a:pt x="620" y="25"/>
                </a:cubicBezTo>
                <a:cubicBezTo>
                  <a:pt x="625" y="20"/>
                  <a:pt x="628" y="16"/>
                  <a:pt x="629" y="14"/>
                </a:cubicBezTo>
                <a:lnTo>
                  <a:pt x="643" y="0"/>
                </a:lnTo>
                <a:lnTo>
                  <a:pt x="649" y="0"/>
                </a:lnTo>
                <a:cubicBezTo>
                  <a:pt x="658" y="0"/>
                  <a:pt x="662" y="2"/>
                  <a:pt x="662" y="6"/>
                </a:cubicBezTo>
                <a:cubicBezTo>
                  <a:pt x="662" y="9"/>
                  <a:pt x="652" y="52"/>
                  <a:pt x="632" y="135"/>
                </a:cubicBezTo>
                <a:cubicBezTo>
                  <a:pt x="610" y="221"/>
                  <a:pt x="599" y="264"/>
                  <a:pt x="599" y="265"/>
                </a:cubicBezTo>
                <a:cubicBezTo>
                  <a:pt x="597" y="268"/>
                  <a:pt x="596" y="270"/>
                  <a:pt x="594" y="271"/>
                </a:cubicBezTo>
                <a:cubicBezTo>
                  <a:pt x="592" y="271"/>
                  <a:pt x="587" y="272"/>
                  <a:pt x="577" y="272"/>
                </a:cubicBezTo>
                <a:lnTo>
                  <a:pt x="562" y="272"/>
                </a:lnTo>
                <a:cubicBezTo>
                  <a:pt x="559" y="269"/>
                  <a:pt x="557" y="266"/>
                  <a:pt x="557" y="264"/>
                </a:cubicBezTo>
                <a:cubicBezTo>
                  <a:pt x="557" y="263"/>
                  <a:pt x="557" y="261"/>
                  <a:pt x="558" y="258"/>
                </a:cubicBezTo>
                <a:cubicBezTo>
                  <a:pt x="558" y="254"/>
                  <a:pt x="559" y="248"/>
                  <a:pt x="560" y="239"/>
                </a:cubicBezTo>
                <a:cubicBezTo>
                  <a:pt x="560" y="230"/>
                  <a:pt x="561" y="220"/>
                  <a:pt x="561" y="209"/>
                </a:cubicBezTo>
                <a:cubicBezTo>
                  <a:pt x="561" y="165"/>
                  <a:pt x="551" y="127"/>
                  <a:pt x="531" y="94"/>
                </a:cubicBezTo>
                <a:cubicBezTo>
                  <a:pt x="511" y="61"/>
                  <a:pt x="477" y="44"/>
                  <a:pt x="429" y="44"/>
                </a:cubicBezTo>
                <a:cubicBezTo>
                  <a:pt x="413" y="44"/>
                  <a:pt x="396" y="46"/>
                  <a:pt x="377" y="50"/>
                </a:cubicBezTo>
                <a:cubicBezTo>
                  <a:pt x="359" y="54"/>
                  <a:pt x="336" y="62"/>
                  <a:pt x="310" y="72"/>
                </a:cubicBezTo>
                <a:cubicBezTo>
                  <a:pt x="284" y="83"/>
                  <a:pt x="258" y="100"/>
                  <a:pt x="233" y="125"/>
                </a:cubicBezTo>
                <a:cubicBezTo>
                  <a:pt x="208" y="149"/>
                  <a:pt x="185" y="178"/>
                  <a:pt x="165" y="211"/>
                </a:cubicBezTo>
                <a:cubicBezTo>
                  <a:pt x="145" y="246"/>
                  <a:pt x="129" y="288"/>
                  <a:pt x="117" y="335"/>
                </a:cubicBezTo>
                <a:cubicBezTo>
                  <a:pt x="105" y="382"/>
                  <a:pt x="99" y="420"/>
                  <a:pt x="99" y="450"/>
                </a:cubicBezTo>
                <a:cubicBezTo>
                  <a:pt x="99" y="521"/>
                  <a:pt x="123" y="572"/>
                  <a:pt x="171" y="603"/>
                </a:cubicBezTo>
                <a:cubicBezTo>
                  <a:pt x="201" y="624"/>
                  <a:pt x="237" y="634"/>
                  <a:pt x="281" y="634"/>
                </a:cubicBezTo>
                <a:cubicBezTo>
                  <a:pt x="337" y="634"/>
                  <a:pt x="387" y="613"/>
                  <a:pt x="431" y="571"/>
                </a:cubicBezTo>
                <a:cubicBezTo>
                  <a:pt x="475" y="529"/>
                  <a:pt x="504" y="483"/>
                  <a:pt x="519" y="433"/>
                </a:cubicBezTo>
                <a:cubicBezTo>
                  <a:pt x="521" y="425"/>
                  <a:pt x="523" y="421"/>
                  <a:pt x="524" y="419"/>
                </a:cubicBezTo>
                <a:cubicBezTo>
                  <a:pt x="525" y="418"/>
                  <a:pt x="530" y="418"/>
                  <a:pt x="539" y="418"/>
                </a:cubicBezTo>
                <a:cubicBezTo>
                  <a:pt x="552" y="418"/>
                  <a:pt x="558" y="420"/>
                  <a:pt x="558" y="426"/>
                </a:cubicBezTo>
                <a:cubicBezTo>
                  <a:pt x="558" y="429"/>
                  <a:pt x="557" y="432"/>
                  <a:pt x="557" y="434"/>
                </a:cubicBezTo>
                <a:cubicBezTo>
                  <a:pt x="539" y="501"/>
                  <a:pt x="500" y="558"/>
                  <a:pt x="441" y="606"/>
                </a:cubicBezTo>
                <a:cubicBezTo>
                  <a:pt x="383" y="653"/>
                  <a:pt x="319" y="677"/>
                  <a:pt x="252" y="677"/>
                </a:cubicBezTo>
                <a:cubicBezTo>
                  <a:pt x="182" y="677"/>
                  <a:pt x="121" y="654"/>
                  <a:pt x="73" y="607"/>
                </a:cubicBezTo>
                <a:cubicBezTo>
                  <a:pt x="25" y="561"/>
                  <a:pt x="0" y="499"/>
                  <a:pt x="0" y="4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3174120" y="4502880"/>
            <a:ext cx="241560" cy="235800"/>
          </a:xfrm>
          <a:custGeom>
            <a:avLst/>
            <a:gdLst>
              <a:gd name="textAreaLeft" fmla="*/ 0 w 241560"/>
              <a:gd name="textAreaRight" fmla="*/ 241920 w 241560"/>
              <a:gd name="textAreaTop" fmla="*/ 0 h 235800"/>
              <a:gd name="textAreaBottom" fmla="*/ 236160 h 235800"/>
            </a:gdLst>
            <a:ahLst/>
            <a:cxnLst/>
            <a:rect l="textAreaLeft" t="textAreaTop" r="textAreaRight" b="textAreaBottom"/>
            <a:pathLst>
              <a:path w="672" h="656">
                <a:moveTo>
                  <a:pt x="183" y="43"/>
                </a:moveTo>
                <a:cubicBezTo>
                  <a:pt x="166" y="43"/>
                  <a:pt x="156" y="43"/>
                  <a:pt x="153" y="42"/>
                </a:cubicBezTo>
                <a:cubicBezTo>
                  <a:pt x="150" y="42"/>
                  <a:pt x="148" y="38"/>
                  <a:pt x="148" y="32"/>
                </a:cubicBezTo>
                <a:cubicBezTo>
                  <a:pt x="148" y="15"/>
                  <a:pt x="152" y="5"/>
                  <a:pt x="159" y="1"/>
                </a:cubicBezTo>
                <a:cubicBezTo>
                  <a:pt x="160" y="1"/>
                  <a:pt x="214" y="0"/>
                  <a:pt x="322" y="0"/>
                </a:cubicBezTo>
                <a:cubicBezTo>
                  <a:pt x="428" y="1"/>
                  <a:pt x="486" y="2"/>
                  <a:pt x="495" y="3"/>
                </a:cubicBezTo>
                <a:cubicBezTo>
                  <a:pt x="529" y="8"/>
                  <a:pt x="559" y="17"/>
                  <a:pt x="582" y="29"/>
                </a:cubicBezTo>
                <a:cubicBezTo>
                  <a:pt x="606" y="42"/>
                  <a:pt x="622" y="56"/>
                  <a:pt x="632" y="72"/>
                </a:cubicBezTo>
                <a:cubicBezTo>
                  <a:pt x="642" y="88"/>
                  <a:pt x="649" y="101"/>
                  <a:pt x="652" y="112"/>
                </a:cubicBezTo>
                <a:cubicBezTo>
                  <a:pt x="655" y="122"/>
                  <a:pt x="657" y="133"/>
                  <a:pt x="657" y="144"/>
                </a:cubicBezTo>
                <a:cubicBezTo>
                  <a:pt x="657" y="171"/>
                  <a:pt x="648" y="198"/>
                  <a:pt x="630" y="222"/>
                </a:cubicBezTo>
                <a:cubicBezTo>
                  <a:pt x="612" y="247"/>
                  <a:pt x="592" y="266"/>
                  <a:pt x="568" y="279"/>
                </a:cubicBezTo>
                <a:cubicBezTo>
                  <a:pt x="545" y="292"/>
                  <a:pt x="524" y="302"/>
                  <a:pt x="506" y="310"/>
                </a:cubicBezTo>
                <a:cubicBezTo>
                  <a:pt x="488" y="318"/>
                  <a:pt x="476" y="322"/>
                  <a:pt x="470" y="322"/>
                </a:cubicBezTo>
                <a:lnTo>
                  <a:pt x="477" y="327"/>
                </a:lnTo>
                <a:cubicBezTo>
                  <a:pt x="519" y="350"/>
                  <a:pt x="539" y="385"/>
                  <a:pt x="539" y="429"/>
                </a:cubicBezTo>
                <a:cubicBezTo>
                  <a:pt x="539" y="436"/>
                  <a:pt x="538" y="455"/>
                  <a:pt x="535" y="486"/>
                </a:cubicBezTo>
                <a:cubicBezTo>
                  <a:pt x="532" y="517"/>
                  <a:pt x="530" y="542"/>
                  <a:pt x="530" y="562"/>
                </a:cubicBezTo>
                <a:lnTo>
                  <a:pt x="530" y="571"/>
                </a:lnTo>
                <a:cubicBezTo>
                  <a:pt x="530" y="582"/>
                  <a:pt x="530" y="591"/>
                  <a:pt x="531" y="597"/>
                </a:cubicBezTo>
                <a:cubicBezTo>
                  <a:pt x="532" y="603"/>
                  <a:pt x="535" y="608"/>
                  <a:pt x="541" y="613"/>
                </a:cubicBezTo>
                <a:cubicBezTo>
                  <a:pt x="547" y="618"/>
                  <a:pt x="555" y="621"/>
                  <a:pt x="565" y="622"/>
                </a:cubicBezTo>
                <a:cubicBezTo>
                  <a:pt x="583" y="622"/>
                  <a:pt x="597" y="615"/>
                  <a:pt x="608" y="601"/>
                </a:cubicBezTo>
                <a:cubicBezTo>
                  <a:pt x="619" y="588"/>
                  <a:pt x="627" y="573"/>
                  <a:pt x="632" y="558"/>
                </a:cubicBezTo>
                <a:cubicBezTo>
                  <a:pt x="635" y="549"/>
                  <a:pt x="638" y="544"/>
                  <a:pt x="640" y="542"/>
                </a:cubicBezTo>
                <a:cubicBezTo>
                  <a:pt x="642" y="540"/>
                  <a:pt x="646" y="539"/>
                  <a:pt x="654" y="539"/>
                </a:cubicBezTo>
                <a:cubicBezTo>
                  <a:pt x="666" y="539"/>
                  <a:pt x="672" y="543"/>
                  <a:pt x="672" y="550"/>
                </a:cubicBezTo>
                <a:cubicBezTo>
                  <a:pt x="672" y="561"/>
                  <a:pt x="665" y="579"/>
                  <a:pt x="650" y="603"/>
                </a:cubicBezTo>
                <a:cubicBezTo>
                  <a:pt x="626" y="639"/>
                  <a:pt x="599" y="656"/>
                  <a:pt x="566" y="656"/>
                </a:cubicBezTo>
                <a:lnTo>
                  <a:pt x="558" y="656"/>
                </a:lnTo>
                <a:cubicBezTo>
                  <a:pt x="520" y="656"/>
                  <a:pt x="489" y="648"/>
                  <a:pt x="464" y="633"/>
                </a:cubicBezTo>
                <a:cubicBezTo>
                  <a:pt x="439" y="617"/>
                  <a:pt x="425" y="593"/>
                  <a:pt x="423" y="560"/>
                </a:cubicBezTo>
                <a:cubicBezTo>
                  <a:pt x="423" y="544"/>
                  <a:pt x="428" y="518"/>
                  <a:pt x="437" y="482"/>
                </a:cubicBezTo>
                <a:cubicBezTo>
                  <a:pt x="446" y="447"/>
                  <a:pt x="451" y="424"/>
                  <a:pt x="451" y="414"/>
                </a:cubicBezTo>
                <a:cubicBezTo>
                  <a:pt x="451" y="383"/>
                  <a:pt x="438" y="360"/>
                  <a:pt x="411" y="346"/>
                </a:cubicBezTo>
                <a:cubicBezTo>
                  <a:pt x="402" y="341"/>
                  <a:pt x="394" y="339"/>
                  <a:pt x="388" y="338"/>
                </a:cubicBezTo>
                <a:cubicBezTo>
                  <a:pt x="381" y="337"/>
                  <a:pt x="359" y="337"/>
                  <a:pt x="322" y="336"/>
                </a:cubicBezTo>
                <a:lnTo>
                  <a:pt x="257" y="336"/>
                </a:lnTo>
                <a:lnTo>
                  <a:pt x="227" y="457"/>
                </a:lnTo>
                <a:cubicBezTo>
                  <a:pt x="206" y="539"/>
                  <a:pt x="196" y="581"/>
                  <a:pt x="196" y="582"/>
                </a:cubicBezTo>
                <a:cubicBezTo>
                  <a:pt x="196" y="584"/>
                  <a:pt x="196" y="586"/>
                  <a:pt x="197" y="586"/>
                </a:cubicBezTo>
                <a:cubicBezTo>
                  <a:pt x="197" y="587"/>
                  <a:pt x="200" y="588"/>
                  <a:pt x="203" y="590"/>
                </a:cubicBezTo>
                <a:cubicBezTo>
                  <a:pt x="207" y="592"/>
                  <a:pt x="212" y="593"/>
                  <a:pt x="219" y="592"/>
                </a:cubicBezTo>
                <a:cubicBezTo>
                  <a:pt x="226" y="591"/>
                  <a:pt x="236" y="592"/>
                  <a:pt x="251" y="594"/>
                </a:cubicBezTo>
                <a:lnTo>
                  <a:pt x="280" y="594"/>
                </a:lnTo>
                <a:cubicBezTo>
                  <a:pt x="283" y="599"/>
                  <a:pt x="285" y="602"/>
                  <a:pt x="285" y="602"/>
                </a:cubicBezTo>
                <a:cubicBezTo>
                  <a:pt x="285" y="603"/>
                  <a:pt x="284" y="608"/>
                  <a:pt x="283" y="619"/>
                </a:cubicBezTo>
                <a:cubicBezTo>
                  <a:pt x="280" y="627"/>
                  <a:pt x="277" y="633"/>
                  <a:pt x="273" y="637"/>
                </a:cubicBezTo>
                <a:lnTo>
                  <a:pt x="259" y="637"/>
                </a:lnTo>
                <a:cubicBezTo>
                  <a:pt x="236" y="635"/>
                  <a:pt x="195" y="635"/>
                  <a:pt x="136" y="635"/>
                </a:cubicBezTo>
                <a:cubicBezTo>
                  <a:pt x="115" y="635"/>
                  <a:pt x="96" y="635"/>
                  <a:pt x="78" y="635"/>
                </a:cubicBezTo>
                <a:cubicBezTo>
                  <a:pt x="60" y="635"/>
                  <a:pt x="46" y="635"/>
                  <a:pt x="35" y="635"/>
                </a:cubicBezTo>
                <a:cubicBezTo>
                  <a:pt x="24" y="635"/>
                  <a:pt x="18" y="635"/>
                  <a:pt x="15" y="636"/>
                </a:cubicBezTo>
                <a:cubicBezTo>
                  <a:pt x="5" y="636"/>
                  <a:pt x="0" y="633"/>
                  <a:pt x="0" y="627"/>
                </a:cubicBezTo>
                <a:cubicBezTo>
                  <a:pt x="0" y="626"/>
                  <a:pt x="1" y="622"/>
                  <a:pt x="2" y="614"/>
                </a:cubicBezTo>
                <a:cubicBezTo>
                  <a:pt x="6" y="603"/>
                  <a:pt x="9" y="596"/>
                  <a:pt x="12" y="595"/>
                </a:cubicBezTo>
                <a:cubicBezTo>
                  <a:pt x="14" y="594"/>
                  <a:pt x="19" y="594"/>
                  <a:pt x="26" y="594"/>
                </a:cubicBezTo>
                <a:lnTo>
                  <a:pt x="31" y="594"/>
                </a:lnTo>
                <a:cubicBezTo>
                  <a:pt x="48" y="594"/>
                  <a:pt x="67" y="593"/>
                  <a:pt x="87" y="591"/>
                </a:cubicBezTo>
                <a:cubicBezTo>
                  <a:pt x="96" y="589"/>
                  <a:pt x="102" y="586"/>
                  <a:pt x="105" y="580"/>
                </a:cubicBezTo>
                <a:cubicBezTo>
                  <a:pt x="107" y="577"/>
                  <a:pt x="129" y="491"/>
                  <a:pt x="172" y="321"/>
                </a:cubicBezTo>
                <a:cubicBezTo>
                  <a:pt x="215" y="150"/>
                  <a:pt x="236" y="61"/>
                  <a:pt x="236" y="51"/>
                </a:cubicBezTo>
                <a:cubicBezTo>
                  <a:pt x="236" y="47"/>
                  <a:pt x="218" y="44"/>
                  <a:pt x="183" y="43"/>
                </a:cubicBezTo>
                <a:moveTo>
                  <a:pt x="556" y="120"/>
                </a:moveTo>
                <a:cubicBezTo>
                  <a:pt x="556" y="100"/>
                  <a:pt x="550" y="84"/>
                  <a:pt x="537" y="70"/>
                </a:cubicBezTo>
                <a:cubicBezTo>
                  <a:pt x="523" y="56"/>
                  <a:pt x="497" y="48"/>
                  <a:pt x="457" y="44"/>
                </a:cubicBezTo>
                <a:cubicBezTo>
                  <a:pt x="455" y="44"/>
                  <a:pt x="448" y="44"/>
                  <a:pt x="435" y="44"/>
                </a:cubicBezTo>
                <a:cubicBezTo>
                  <a:pt x="422" y="44"/>
                  <a:pt x="410" y="44"/>
                  <a:pt x="400" y="43"/>
                </a:cubicBezTo>
                <a:lnTo>
                  <a:pt x="379" y="43"/>
                </a:lnTo>
                <a:cubicBezTo>
                  <a:pt x="350" y="43"/>
                  <a:pt x="333" y="46"/>
                  <a:pt x="329" y="52"/>
                </a:cubicBezTo>
                <a:cubicBezTo>
                  <a:pt x="328" y="54"/>
                  <a:pt x="318" y="96"/>
                  <a:pt x="297" y="176"/>
                </a:cubicBezTo>
                <a:cubicBezTo>
                  <a:pt x="277" y="258"/>
                  <a:pt x="267" y="299"/>
                  <a:pt x="267" y="301"/>
                </a:cubicBezTo>
                <a:cubicBezTo>
                  <a:pt x="267" y="301"/>
                  <a:pt x="288" y="302"/>
                  <a:pt x="331" y="302"/>
                </a:cubicBezTo>
                <a:cubicBezTo>
                  <a:pt x="379" y="301"/>
                  <a:pt x="412" y="299"/>
                  <a:pt x="428" y="295"/>
                </a:cubicBezTo>
                <a:cubicBezTo>
                  <a:pt x="467" y="289"/>
                  <a:pt x="498" y="271"/>
                  <a:pt x="521" y="239"/>
                </a:cubicBezTo>
                <a:cubicBezTo>
                  <a:pt x="531" y="225"/>
                  <a:pt x="539" y="207"/>
                  <a:pt x="546" y="184"/>
                </a:cubicBezTo>
                <a:cubicBezTo>
                  <a:pt x="553" y="161"/>
                  <a:pt x="556" y="140"/>
                  <a:pt x="556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047600" y="506700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300320" y="4438800"/>
            <a:ext cx="13424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Function 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961720" y="4962240"/>
            <a:ext cx="79920" cy="334800"/>
          </a:xfrm>
          <a:custGeom>
            <a:avLst/>
            <a:gdLst>
              <a:gd name="textAreaLeft" fmla="*/ 0 w 79920"/>
              <a:gd name="textAreaRight" fmla="*/ 80280 w 7992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223" h="931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4" y="23"/>
                </a:lnTo>
                <a:cubicBezTo>
                  <a:pt x="114" y="75"/>
                  <a:pt x="156" y="141"/>
                  <a:pt x="183" y="220"/>
                </a:cubicBezTo>
                <a:cubicBezTo>
                  <a:pt x="210" y="299"/>
                  <a:pt x="223" y="380"/>
                  <a:pt x="223" y="465"/>
                </a:cubicBezTo>
                <a:cubicBezTo>
                  <a:pt x="223" y="508"/>
                  <a:pt x="220" y="548"/>
                  <a:pt x="214" y="587"/>
                </a:cubicBezTo>
                <a:cubicBezTo>
                  <a:pt x="207" y="626"/>
                  <a:pt x="200" y="660"/>
                  <a:pt x="192" y="688"/>
                </a:cubicBezTo>
                <a:cubicBezTo>
                  <a:pt x="184" y="715"/>
                  <a:pt x="173" y="742"/>
                  <a:pt x="158" y="770"/>
                </a:cubicBezTo>
                <a:cubicBezTo>
                  <a:pt x="143" y="797"/>
                  <a:pt x="131" y="818"/>
                  <a:pt x="122" y="832"/>
                </a:cubicBezTo>
                <a:cubicBezTo>
                  <a:pt x="114" y="846"/>
                  <a:pt x="101" y="862"/>
                  <a:pt x="83" y="879"/>
                </a:cubicBezTo>
                <a:cubicBezTo>
                  <a:pt x="67" y="897"/>
                  <a:pt x="57" y="907"/>
                  <a:pt x="53" y="910"/>
                </a:cubicBezTo>
                <a:cubicBezTo>
                  <a:pt x="50" y="913"/>
                  <a:pt x="43" y="919"/>
                  <a:pt x="32" y="928"/>
                </a:cubicBezTo>
                <a:cubicBezTo>
                  <a:pt x="30" y="930"/>
                  <a:pt x="29" y="931"/>
                  <a:pt x="28" y="931"/>
                </a:cubicBezTo>
                <a:lnTo>
                  <a:pt x="17" y="931"/>
                </a:lnTo>
                <a:cubicBezTo>
                  <a:pt x="12" y="931"/>
                  <a:pt x="9" y="931"/>
                  <a:pt x="7" y="931"/>
                </a:cubicBezTo>
                <a:cubicBezTo>
                  <a:pt x="5" y="931"/>
                  <a:pt x="4" y="931"/>
                  <a:pt x="2" y="929"/>
                </a:cubicBezTo>
                <a:cubicBezTo>
                  <a:pt x="1" y="927"/>
                  <a:pt x="0" y="924"/>
                  <a:pt x="0" y="920"/>
                </a:cubicBezTo>
                <a:cubicBezTo>
                  <a:pt x="0" y="920"/>
                  <a:pt x="4" y="916"/>
                  <a:pt x="10" y="908"/>
                </a:cubicBezTo>
                <a:cubicBezTo>
                  <a:pt x="107" y="808"/>
                  <a:pt x="155" y="661"/>
                  <a:pt x="155" y="465"/>
                </a:cubicBezTo>
                <a:cubicBezTo>
                  <a:pt x="155" y="271"/>
                  <a:pt x="107" y="123"/>
                  <a:pt x="10" y="24"/>
                </a:cubicBezTo>
                <a:cubicBezTo>
                  <a:pt x="4" y="16"/>
                  <a:pt x="0" y="12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084120" y="4984920"/>
            <a:ext cx="205920" cy="228960"/>
          </a:xfrm>
          <a:custGeom>
            <a:avLst/>
            <a:gdLst>
              <a:gd name="textAreaLeft" fmla="*/ 0 w 205920"/>
              <a:gd name="textAreaRight" fmla="*/ 206280 w 205920"/>
              <a:gd name="textAreaTop" fmla="*/ 0 h 228960"/>
              <a:gd name="textAreaBottom" fmla="*/ 229320 h 228960"/>
            </a:gdLst>
            <a:ahLst/>
            <a:cxnLst/>
            <a:rect l="textAreaLeft" t="textAreaTop" r="textAreaRight" b="textAreaBottom"/>
            <a:pathLst>
              <a:path w="573" h="637">
                <a:moveTo>
                  <a:pt x="182" y="42"/>
                </a:moveTo>
                <a:cubicBezTo>
                  <a:pt x="161" y="42"/>
                  <a:pt x="150" y="41"/>
                  <a:pt x="149" y="39"/>
                </a:cubicBezTo>
                <a:cubicBezTo>
                  <a:pt x="148" y="37"/>
                  <a:pt x="148" y="35"/>
                  <a:pt x="148" y="31"/>
                </a:cubicBezTo>
                <a:cubicBezTo>
                  <a:pt x="148" y="16"/>
                  <a:pt x="151" y="6"/>
                  <a:pt x="158" y="1"/>
                </a:cubicBezTo>
                <a:cubicBezTo>
                  <a:pt x="159" y="0"/>
                  <a:pt x="164" y="0"/>
                  <a:pt x="172" y="0"/>
                </a:cubicBezTo>
                <a:cubicBezTo>
                  <a:pt x="206" y="1"/>
                  <a:pt x="245" y="2"/>
                  <a:pt x="290" y="2"/>
                </a:cubicBezTo>
                <a:cubicBezTo>
                  <a:pt x="379" y="2"/>
                  <a:pt x="429" y="1"/>
                  <a:pt x="442" y="0"/>
                </a:cubicBezTo>
                <a:lnTo>
                  <a:pt x="453" y="0"/>
                </a:lnTo>
                <a:cubicBezTo>
                  <a:pt x="457" y="3"/>
                  <a:pt x="459" y="6"/>
                  <a:pt x="459" y="8"/>
                </a:cubicBezTo>
                <a:cubicBezTo>
                  <a:pt x="459" y="10"/>
                  <a:pt x="458" y="15"/>
                  <a:pt x="457" y="25"/>
                </a:cubicBezTo>
                <a:cubicBezTo>
                  <a:pt x="454" y="34"/>
                  <a:pt x="451" y="40"/>
                  <a:pt x="448" y="42"/>
                </a:cubicBezTo>
                <a:lnTo>
                  <a:pt x="413" y="42"/>
                </a:lnTo>
                <a:cubicBezTo>
                  <a:pt x="370" y="43"/>
                  <a:pt x="345" y="46"/>
                  <a:pt x="338" y="51"/>
                </a:cubicBezTo>
                <a:cubicBezTo>
                  <a:pt x="333" y="53"/>
                  <a:pt x="329" y="62"/>
                  <a:pt x="325" y="77"/>
                </a:cubicBezTo>
                <a:cubicBezTo>
                  <a:pt x="320" y="92"/>
                  <a:pt x="299" y="174"/>
                  <a:pt x="261" y="322"/>
                </a:cubicBezTo>
                <a:cubicBezTo>
                  <a:pt x="251" y="363"/>
                  <a:pt x="241" y="405"/>
                  <a:pt x="230" y="451"/>
                </a:cubicBezTo>
                <a:cubicBezTo>
                  <a:pt x="219" y="497"/>
                  <a:pt x="210" y="531"/>
                  <a:pt x="205" y="554"/>
                </a:cubicBezTo>
                <a:lnTo>
                  <a:pt x="196" y="588"/>
                </a:lnTo>
                <a:cubicBezTo>
                  <a:pt x="196" y="590"/>
                  <a:pt x="199" y="591"/>
                  <a:pt x="205" y="591"/>
                </a:cubicBezTo>
                <a:cubicBezTo>
                  <a:pt x="210" y="591"/>
                  <a:pt x="229" y="592"/>
                  <a:pt x="260" y="593"/>
                </a:cubicBezTo>
                <a:lnTo>
                  <a:pt x="275" y="593"/>
                </a:lnTo>
                <a:cubicBezTo>
                  <a:pt x="295" y="593"/>
                  <a:pt x="312" y="593"/>
                  <a:pt x="324" y="592"/>
                </a:cubicBezTo>
                <a:cubicBezTo>
                  <a:pt x="336" y="592"/>
                  <a:pt x="351" y="589"/>
                  <a:pt x="369" y="586"/>
                </a:cubicBezTo>
                <a:cubicBezTo>
                  <a:pt x="388" y="582"/>
                  <a:pt x="403" y="576"/>
                  <a:pt x="416" y="569"/>
                </a:cubicBezTo>
                <a:cubicBezTo>
                  <a:pt x="428" y="562"/>
                  <a:pt x="442" y="551"/>
                  <a:pt x="457" y="537"/>
                </a:cubicBezTo>
                <a:cubicBezTo>
                  <a:pt x="472" y="524"/>
                  <a:pt x="485" y="507"/>
                  <a:pt x="496" y="486"/>
                </a:cubicBezTo>
                <a:cubicBezTo>
                  <a:pt x="506" y="468"/>
                  <a:pt x="515" y="446"/>
                  <a:pt x="524" y="423"/>
                </a:cubicBezTo>
                <a:cubicBezTo>
                  <a:pt x="532" y="400"/>
                  <a:pt x="538" y="387"/>
                  <a:pt x="540" y="384"/>
                </a:cubicBezTo>
                <a:cubicBezTo>
                  <a:pt x="543" y="382"/>
                  <a:pt x="548" y="381"/>
                  <a:pt x="555" y="381"/>
                </a:cubicBezTo>
                <a:lnTo>
                  <a:pt x="567" y="381"/>
                </a:lnTo>
                <a:cubicBezTo>
                  <a:pt x="571" y="387"/>
                  <a:pt x="573" y="390"/>
                  <a:pt x="573" y="391"/>
                </a:cubicBezTo>
                <a:cubicBezTo>
                  <a:pt x="573" y="392"/>
                  <a:pt x="567" y="411"/>
                  <a:pt x="554" y="446"/>
                </a:cubicBezTo>
                <a:cubicBezTo>
                  <a:pt x="542" y="482"/>
                  <a:pt x="528" y="520"/>
                  <a:pt x="514" y="559"/>
                </a:cubicBezTo>
                <a:cubicBezTo>
                  <a:pt x="499" y="598"/>
                  <a:pt x="491" y="621"/>
                  <a:pt x="489" y="628"/>
                </a:cubicBezTo>
                <a:cubicBezTo>
                  <a:pt x="488" y="631"/>
                  <a:pt x="487" y="633"/>
                  <a:pt x="486" y="633"/>
                </a:cubicBezTo>
                <a:cubicBezTo>
                  <a:pt x="484" y="634"/>
                  <a:pt x="479" y="635"/>
                  <a:pt x="471" y="636"/>
                </a:cubicBezTo>
                <a:cubicBezTo>
                  <a:pt x="462" y="637"/>
                  <a:pt x="449" y="637"/>
                  <a:pt x="431" y="637"/>
                </a:cubicBezTo>
                <a:cubicBezTo>
                  <a:pt x="424" y="637"/>
                  <a:pt x="400" y="637"/>
                  <a:pt x="360" y="637"/>
                </a:cubicBezTo>
                <a:cubicBezTo>
                  <a:pt x="320" y="637"/>
                  <a:pt x="280" y="637"/>
                  <a:pt x="244" y="636"/>
                </a:cubicBezTo>
                <a:lnTo>
                  <a:pt x="78" y="636"/>
                </a:lnTo>
                <a:cubicBezTo>
                  <a:pt x="26" y="636"/>
                  <a:pt x="0" y="633"/>
                  <a:pt x="0" y="627"/>
                </a:cubicBezTo>
                <a:cubicBezTo>
                  <a:pt x="0" y="622"/>
                  <a:pt x="1" y="618"/>
                  <a:pt x="2" y="614"/>
                </a:cubicBezTo>
                <a:cubicBezTo>
                  <a:pt x="5" y="602"/>
                  <a:pt x="8" y="595"/>
                  <a:pt x="11" y="594"/>
                </a:cubicBezTo>
                <a:cubicBezTo>
                  <a:pt x="14" y="593"/>
                  <a:pt x="18" y="593"/>
                  <a:pt x="25" y="593"/>
                </a:cubicBezTo>
                <a:lnTo>
                  <a:pt x="31" y="593"/>
                </a:lnTo>
                <a:cubicBezTo>
                  <a:pt x="47" y="593"/>
                  <a:pt x="66" y="592"/>
                  <a:pt x="86" y="590"/>
                </a:cubicBezTo>
                <a:cubicBezTo>
                  <a:pt x="95" y="588"/>
                  <a:pt x="101" y="585"/>
                  <a:pt x="104" y="579"/>
                </a:cubicBezTo>
                <a:cubicBezTo>
                  <a:pt x="106" y="577"/>
                  <a:pt x="128" y="491"/>
                  <a:pt x="171" y="320"/>
                </a:cubicBezTo>
                <a:cubicBezTo>
                  <a:pt x="214" y="150"/>
                  <a:pt x="235" y="60"/>
                  <a:pt x="235" y="51"/>
                </a:cubicBezTo>
                <a:cubicBezTo>
                  <a:pt x="235" y="46"/>
                  <a:pt x="218" y="44"/>
                  <a:pt x="182" y="4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318120" y="4977720"/>
            <a:ext cx="231120" cy="243000"/>
          </a:xfrm>
          <a:custGeom>
            <a:avLst/>
            <a:gdLst>
              <a:gd name="textAreaLeft" fmla="*/ 0 w 231120"/>
              <a:gd name="textAreaRight" fmla="*/ 231480 w 231120"/>
              <a:gd name="textAreaTop" fmla="*/ 0 h 243000"/>
              <a:gd name="textAreaBottom" fmla="*/ 243360 h 243000"/>
            </a:gdLst>
            <a:ahLst/>
            <a:cxnLst/>
            <a:rect l="textAreaLeft" t="textAreaTop" r="textAreaRight" b="textAreaBottom"/>
            <a:pathLst>
              <a:path w="643" h="676">
                <a:moveTo>
                  <a:pt x="643" y="251"/>
                </a:moveTo>
                <a:cubicBezTo>
                  <a:pt x="643" y="323"/>
                  <a:pt x="623" y="391"/>
                  <a:pt x="583" y="458"/>
                </a:cubicBezTo>
                <a:cubicBezTo>
                  <a:pt x="544" y="524"/>
                  <a:pt x="493" y="577"/>
                  <a:pt x="430" y="617"/>
                </a:cubicBezTo>
                <a:cubicBezTo>
                  <a:pt x="367" y="657"/>
                  <a:pt x="303" y="676"/>
                  <a:pt x="237" y="676"/>
                </a:cubicBezTo>
                <a:cubicBezTo>
                  <a:pt x="177" y="676"/>
                  <a:pt x="126" y="659"/>
                  <a:pt x="83" y="623"/>
                </a:cubicBezTo>
                <a:cubicBezTo>
                  <a:pt x="39" y="588"/>
                  <a:pt x="12" y="537"/>
                  <a:pt x="1" y="469"/>
                </a:cubicBezTo>
                <a:cubicBezTo>
                  <a:pt x="0" y="464"/>
                  <a:pt x="0" y="451"/>
                  <a:pt x="0" y="429"/>
                </a:cubicBezTo>
                <a:cubicBezTo>
                  <a:pt x="0" y="366"/>
                  <a:pt x="15" y="306"/>
                  <a:pt x="45" y="249"/>
                </a:cubicBezTo>
                <a:cubicBezTo>
                  <a:pt x="75" y="191"/>
                  <a:pt x="116" y="141"/>
                  <a:pt x="166" y="97"/>
                </a:cubicBezTo>
                <a:cubicBezTo>
                  <a:pt x="243" y="33"/>
                  <a:pt x="320" y="0"/>
                  <a:pt x="397" y="0"/>
                </a:cubicBezTo>
                <a:cubicBezTo>
                  <a:pt x="421" y="0"/>
                  <a:pt x="436" y="0"/>
                  <a:pt x="442" y="1"/>
                </a:cubicBezTo>
                <a:cubicBezTo>
                  <a:pt x="502" y="10"/>
                  <a:pt x="551" y="37"/>
                  <a:pt x="587" y="82"/>
                </a:cubicBezTo>
                <a:cubicBezTo>
                  <a:pt x="624" y="127"/>
                  <a:pt x="642" y="183"/>
                  <a:pt x="643" y="251"/>
                </a:cubicBezTo>
                <a:moveTo>
                  <a:pt x="547" y="213"/>
                </a:moveTo>
                <a:cubicBezTo>
                  <a:pt x="547" y="158"/>
                  <a:pt x="533" y="115"/>
                  <a:pt x="504" y="84"/>
                </a:cubicBezTo>
                <a:cubicBezTo>
                  <a:pt x="476" y="53"/>
                  <a:pt x="440" y="37"/>
                  <a:pt x="397" y="37"/>
                </a:cubicBezTo>
                <a:cubicBezTo>
                  <a:pt x="348" y="37"/>
                  <a:pt x="300" y="56"/>
                  <a:pt x="254" y="93"/>
                </a:cubicBezTo>
                <a:cubicBezTo>
                  <a:pt x="205" y="132"/>
                  <a:pt x="167" y="187"/>
                  <a:pt x="141" y="258"/>
                </a:cubicBezTo>
                <a:cubicBezTo>
                  <a:pt x="115" y="329"/>
                  <a:pt x="101" y="394"/>
                  <a:pt x="101" y="455"/>
                </a:cubicBezTo>
                <a:cubicBezTo>
                  <a:pt x="101" y="511"/>
                  <a:pt x="114" y="555"/>
                  <a:pt x="141" y="588"/>
                </a:cubicBezTo>
                <a:cubicBezTo>
                  <a:pt x="167" y="621"/>
                  <a:pt x="203" y="638"/>
                  <a:pt x="247" y="638"/>
                </a:cubicBezTo>
                <a:cubicBezTo>
                  <a:pt x="303" y="638"/>
                  <a:pt x="356" y="614"/>
                  <a:pt x="406" y="565"/>
                </a:cubicBezTo>
                <a:cubicBezTo>
                  <a:pt x="456" y="516"/>
                  <a:pt x="494" y="449"/>
                  <a:pt x="520" y="365"/>
                </a:cubicBezTo>
                <a:cubicBezTo>
                  <a:pt x="538" y="306"/>
                  <a:pt x="547" y="255"/>
                  <a:pt x="547" y="21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568680" y="4973760"/>
            <a:ext cx="231480" cy="239760"/>
          </a:xfrm>
          <a:custGeom>
            <a:avLst/>
            <a:gdLst>
              <a:gd name="textAreaLeft" fmla="*/ 0 w 231480"/>
              <a:gd name="textAreaRight" fmla="*/ 231840 w 231480"/>
              <a:gd name="textAreaTop" fmla="*/ 0 h 239760"/>
              <a:gd name="textAreaBottom" fmla="*/ 240120 h 239760"/>
            </a:gdLst>
            <a:ahLst/>
            <a:cxnLst/>
            <a:rect l="textAreaLeft" t="textAreaTop" r="textAreaRight" b="textAreaBottom"/>
            <a:pathLst>
              <a:path w="644" h="667">
                <a:moveTo>
                  <a:pt x="162" y="598"/>
                </a:moveTo>
                <a:cubicBezTo>
                  <a:pt x="162" y="613"/>
                  <a:pt x="176" y="622"/>
                  <a:pt x="205" y="624"/>
                </a:cubicBezTo>
                <a:cubicBezTo>
                  <a:pt x="216" y="624"/>
                  <a:pt x="221" y="628"/>
                  <a:pt x="221" y="634"/>
                </a:cubicBezTo>
                <a:cubicBezTo>
                  <a:pt x="221" y="635"/>
                  <a:pt x="221" y="639"/>
                  <a:pt x="220" y="646"/>
                </a:cubicBezTo>
                <a:cubicBezTo>
                  <a:pt x="218" y="655"/>
                  <a:pt x="216" y="661"/>
                  <a:pt x="214" y="663"/>
                </a:cubicBezTo>
                <a:cubicBezTo>
                  <a:pt x="212" y="666"/>
                  <a:pt x="208" y="667"/>
                  <a:pt x="202" y="667"/>
                </a:cubicBezTo>
                <a:cubicBezTo>
                  <a:pt x="201" y="667"/>
                  <a:pt x="197" y="667"/>
                  <a:pt x="191" y="667"/>
                </a:cubicBezTo>
                <a:cubicBezTo>
                  <a:pt x="185" y="667"/>
                  <a:pt x="174" y="667"/>
                  <a:pt x="159" y="666"/>
                </a:cubicBezTo>
                <a:cubicBezTo>
                  <a:pt x="144" y="665"/>
                  <a:pt x="124" y="665"/>
                  <a:pt x="100" y="665"/>
                </a:cubicBezTo>
                <a:cubicBezTo>
                  <a:pt x="56" y="665"/>
                  <a:pt x="26" y="666"/>
                  <a:pt x="14" y="667"/>
                </a:cubicBezTo>
                <a:lnTo>
                  <a:pt x="6" y="667"/>
                </a:lnTo>
                <a:cubicBezTo>
                  <a:pt x="2" y="663"/>
                  <a:pt x="0" y="659"/>
                  <a:pt x="0" y="657"/>
                </a:cubicBezTo>
                <a:cubicBezTo>
                  <a:pt x="1" y="640"/>
                  <a:pt x="5" y="629"/>
                  <a:pt x="12" y="624"/>
                </a:cubicBezTo>
                <a:lnTo>
                  <a:pt x="25" y="624"/>
                </a:lnTo>
                <a:cubicBezTo>
                  <a:pt x="69" y="622"/>
                  <a:pt x="101" y="607"/>
                  <a:pt x="121" y="578"/>
                </a:cubicBezTo>
                <a:cubicBezTo>
                  <a:pt x="125" y="574"/>
                  <a:pt x="181" y="478"/>
                  <a:pt x="289" y="293"/>
                </a:cubicBezTo>
                <a:cubicBezTo>
                  <a:pt x="398" y="108"/>
                  <a:pt x="453" y="14"/>
                  <a:pt x="455" y="11"/>
                </a:cubicBezTo>
                <a:cubicBezTo>
                  <a:pt x="459" y="4"/>
                  <a:pt x="467" y="0"/>
                  <a:pt x="477" y="0"/>
                </a:cubicBezTo>
                <a:lnTo>
                  <a:pt x="485" y="0"/>
                </a:lnTo>
                <a:lnTo>
                  <a:pt x="500" y="0"/>
                </a:lnTo>
                <a:cubicBezTo>
                  <a:pt x="504" y="5"/>
                  <a:pt x="506" y="9"/>
                  <a:pt x="506" y="9"/>
                </a:cubicBezTo>
                <a:lnTo>
                  <a:pt x="532" y="310"/>
                </a:lnTo>
                <a:cubicBezTo>
                  <a:pt x="549" y="511"/>
                  <a:pt x="559" y="612"/>
                  <a:pt x="560" y="614"/>
                </a:cubicBezTo>
                <a:cubicBezTo>
                  <a:pt x="563" y="621"/>
                  <a:pt x="583" y="624"/>
                  <a:pt x="620" y="624"/>
                </a:cubicBezTo>
                <a:cubicBezTo>
                  <a:pt x="636" y="624"/>
                  <a:pt x="644" y="627"/>
                  <a:pt x="644" y="633"/>
                </a:cubicBezTo>
                <a:cubicBezTo>
                  <a:pt x="644" y="635"/>
                  <a:pt x="643" y="639"/>
                  <a:pt x="641" y="646"/>
                </a:cubicBezTo>
                <a:cubicBezTo>
                  <a:pt x="639" y="656"/>
                  <a:pt x="638" y="661"/>
                  <a:pt x="636" y="663"/>
                </a:cubicBezTo>
                <a:cubicBezTo>
                  <a:pt x="635" y="665"/>
                  <a:pt x="631" y="666"/>
                  <a:pt x="623" y="667"/>
                </a:cubicBezTo>
                <a:cubicBezTo>
                  <a:pt x="621" y="667"/>
                  <a:pt x="617" y="667"/>
                  <a:pt x="610" y="667"/>
                </a:cubicBezTo>
                <a:cubicBezTo>
                  <a:pt x="603" y="667"/>
                  <a:pt x="591" y="667"/>
                  <a:pt x="574" y="666"/>
                </a:cubicBezTo>
                <a:cubicBezTo>
                  <a:pt x="557" y="665"/>
                  <a:pt x="534" y="665"/>
                  <a:pt x="506" y="665"/>
                </a:cubicBezTo>
                <a:cubicBezTo>
                  <a:pt x="448" y="665"/>
                  <a:pt x="410" y="666"/>
                  <a:pt x="392" y="667"/>
                </a:cubicBezTo>
                <a:lnTo>
                  <a:pt x="380" y="667"/>
                </a:lnTo>
                <a:cubicBezTo>
                  <a:pt x="377" y="663"/>
                  <a:pt x="375" y="660"/>
                  <a:pt x="375" y="659"/>
                </a:cubicBezTo>
                <a:cubicBezTo>
                  <a:pt x="375" y="657"/>
                  <a:pt x="376" y="651"/>
                  <a:pt x="377" y="642"/>
                </a:cubicBezTo>
                <a:cubicBezTo>
                  <a:pt x="379" y="634"/>
                  <a:pt x="381" y="629"/>
                  <a:pt x="382" y="627"/>
                </a:cubicBezTo>
                <a:lnTo>
                  <a:pt x="386" y="624"/>
                </a:lnTo>
                <a:lnTo>
                  <a:pt x="405" y="624"/>
                </a:lnTo>
                <a:cubicBezTo>
                  <a:pt x="438" y="622"/>
                  <a:pt x="458" y="617"/>
                  <a:pt x="464" y="608"/>
                </a:cubicBezTo>
                <a:lnTo>
                  <a:pt x="453" y="468"/>
                </a:lnTo>
                <a:lnTo>
                  <a:pt x="232" y="468"/>
                </a:lnTo>
                <a:lnTo>
                  <a:pt x="200" y="523"/>
                </a:lnTo>
                <a:cubicBezTo>
                  <a:pt x="175" y="566"/>
                  <a:pt x="162" y="591"/>
                  <a:pt x="162" y="598"/>
                </a:cubicBezTo>
                <a:moveTo>
                  <a:pt x="448" y="424"/>
                </a:moveTo>
                <a:cubicBezTo>
                  <a:pt x="448" y="417"/>
                  <a:pt x="445" y="369"/>
                  <a:pt x="437" y="279"/>
                </a:cubicBezTo>
                <a:cubicBezTo>
                  <a:pt x="430" y="189"/>
                  <a:pt x="425" y="144"/>
                  <a:pt x="424" y="143"/>
                </a:cubicBezTo>
                <a:lnTo>
                  <a:pt x="399" y="183"/>
                </a:lnTo>
                <a:cubicBezTo>
                  <a:pt x="389" y="200"/>
                  <a:pt x="370" y="233"/>
                  <a:pt x="340" y="283"/>
                </a:cubicBezTo>
                <a:lnTo>
                  <a:pt x="257" y="424"/>
                </a:lnTo>
                <a:lnTo>
                  <a:pt x="353" y="425"/>
                </a:lnTo>
                <a:cubicBezTo>
                  <a:pt x="416" y="425"/>
                  <a:pt x="448" y="425"/>
                  <a:pt x="448" y="42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819240" y="4984920"/>
            <a:ext cx="257760" cy="228600"/>
          </a:xfrm>
          <a:custGeom>
            <a:avLst/>
            <a:gdLst>
              <a:gd name="textAreaLeft" fmla="*/ 0 w 257760"/>
              <a:gd name="textAreaRight" fmla="*/ 258120 w 257760"/>
              <a:gd name="textAreaTop" fmla="*/ 0 h 228600"/>
              <a:gd name="textAreaBottom" fmla="*/ 228960 h 228600"/>
            </a:gdLst>
            <a:ahLst/>
            <a:cxnLst/>
            <a:rect l="textAreaLeft" t="textAreaTop" r="textAreaRight" b="textAreaBottom"/>
            <a:pathLst>
              <a:path w="717" h="636">
                <a:moveTo>
                  <a:pt x="236" y="51"/>
                </a:moveTo>
                <a:cubicBezTo>
                  <a:pt x="236" y="46"/>
                  <a:pt x="218" y="44"/>
                  <a:pt x="183" y="42"/>
                </a:cubicBezTo>
                <a:cubicBezTo>
                  <a:pt x="169" y="42"/>
                  <a:pt x="159" y="42"/>
                  <a:pt x="155" y="41"/>
                </a:cubicBezTo>
                <a:cubicBezTo>
                  <a:pt x="151" y="41"/>
                  <a:pt x="149" y="38"/>
                  <a:pt x="149" y="33"/>
                </a:cubicBezTo>
                <a:cubicBezTo>
                  <a:pt x="149" y="28"/>
                  <a:pt x="150" y="22"/>
                  <a:pt x="152" y="14"/>
                </a:cubicBezTo>
                <a:cubicBezTo>
                  <a:pt x="155" y="7"/>
                  <a:pt x="157" y="2"/>
                  <a:pt x="159" y="1"/>
                </a:cubicBezTo>
                <a:cubicBezTo>
                  <a:pt x="160" y="0"/>
                  <a:pt x="222" y="0"/>
                  <a:pt x="344" y="0"/>
                </a:cubicBezTo>
                <a:cubicBezTo>
                  <a:pt x="447" y="0"/>
                  <a:pt x="506" y="1"/>
                  <a:pt x="519" y="1"/>
                </a:cubicBezTo>
                <a:cubicBezTo>
                  <a:pt x="531" y="1"/>
                  <a:pt x="544" y="2"/>
                  <a:pt x="556" y="6"/>
                </a:cubicBezTo>
                <a:cubicBezTo>
                  <a:pt x="601" y="17"/>
                  <a:pt x="639" y="41"/>
                  <a:pt x="670" y="80"/>
                </a:cubicBezTo>
                <a:cubicBezTo>
                  <a:pt x="701" y="118"/>
                  <a:pt x="716" y="170"/>
                  <a:pt x="717" y="234"/>
                </a:cubicBezTo>
                <a:cubicBezTo>
                  <a:pt x="717" y="331"/>
                  <a:pt x="684" y="418"/>
                  <a:pt x="617" y="495"/>
                </a:cubicBezTo>
                <a:cubicBezTo>
                  <a:pt x="551" y="572"/>
                  <a:pt x="472" y="618"/>
                  <a:pt x="382" y="633"/>
                </a:cubicBezTo>
                <a:lnTo>
                  <a:pt x="369" y="635"/>
                </a:lnTo>
                <a:lnTo>
                  <a:pt x="189" y="636"/>
                </a:lnTo>
                <a:lnTo>
                  <a:pt x="85" y="636"/>
                </a:lnTo>
                <a:lnTo>
                  <a:pt x="36" y="636"/>
                </a:lnTo>
                <a:cubicBezTo>
                  <a:pt x="21" y="636"/>
                  <a:pt x="12" y="635"/>
                  <a:pt x="7" y="634"/>
                </a:cubicBezTo>
                <a:cubicBezTo>
                  <a:pt x="3" y="633"/>
                  <a:pt x="0" y="630"/>
                  <a:pt x="0" y="626"/>
                </a:cubicBezTo>
                <a:cubicBezTo>
                  <a:pt x="0" y="624"/>
                  <a:pt x="1" y="620"/>
                  <a:pt x="3" y="613"/>
                </a:cubicBezTo>
                <a:cubicBezTo>
                  <a:pt x="5" y="603"/>
                  <a:pt x="7" y="597"/>
                  <a:pt x="10" y="596"/>
                </a:cubicBezTo>
                <a:cubicBezTo>
                  <a:pt x="12" y="595"/>
                  <a:pt x="20" y="594"/>
                  <a:pt x="31" y="593"/>
                </a:cubicBezTo>
                <a:cubicBezTo>
                  <a:pt x="48" y="593"/>
                  <a:pt x="67" y="592"/>
                  <a:pt x="87" y="590"/>
                </a:cubicBezTo>
                <a:cubicBezTo>
                  <a:pt x="96" y="588"/>
                  <a:pt x="102" y="585"/>
                  <a:pt x="105" y="579"/>
                </a:cubicBezTo>
                <a:cubicBezTo>
                  <a:pt x="107" y="577"/>
                  <a:pt x="129" y="491"/>
                  <a:pt x="172" y="320"/>
                </a:cubicBezTo>
                <a:cubicBezTo>
                  <a:pt x="215" y="150"/>
                  <a:pt x="236" y="60"/>
                  <a:pt x="236" y="51"/>
                </a:cubicBezTo>
                <a:moveTo>
                  <a:pt x="624" y="199"/>
                </a:moveTo>
                <a:cubicBezTo>
                  <a:pt x="624" y="175"/>
                  <a:pt x="621" y="154"/>
                  <a:pt x="614" y="135"/>
                </a:cubicBezTo>
                <a:cubicBezTo>
                  <a:pt x="607" y="117"/>
                  <a:pt x="599" y="102"/>
                  <a:pt x="590" y="92"/>
                </a:cubicBezTo>
                <a:cubicBezTo>
                  <a:pt x="580" y="81"/>
                  <a:pt x="569" y="72"/>
                  <a:pt x="555" y="65"/>
                </a:cubicBezTo>
                <a:cubicBezTo>
                  <a:pt x="541" y="57"/>
                  <a:pt x="529" y="52"/>
                  <a:pt x="519" y="50"/>
                </a:cubicBezTo>
                <a:cubicBezTo>
                  <a:pt x="508" y="47"/>
                  <a:pt x="497" y="45"/>
                  <a:pt x="485" y="43"/>
                </a:cubicBezTo>
                <a:cubicBezTo>
                  <a:pt x="484" y="43"/>
                  <a:pt x="480" y="43"/>
                  <a:pt x="472" y="43"/>
                </a:cubicBezTo>
                <a:cubicBezTo>
                  <a:pt x="465" y="43"/>
                  <a:pt x="456" y="43"/>
                  <a:pt x="445" y="43"/>
                </a:cubicBezTo>
                <a:cubicBezTo>
                  <a:pt x="435" y="43"/>
                  <a:pt x="425" y="43"/>
                  <a:pt x="415" y="42"/>
                </a:cubicBezTo>
                <a:lnTo>
                  <a:pt x="375" y="42"/>
                </a:lnTo>
                <a:cubicBezTo>
                  <a:pt x="347" y="42"/>
                  <a:pt x="332" y="46"/>
                  <a:pt x="328" y="52"/>
                </a:cubicBezTo>
                <a:cubicBezTo>
                  <a:pt x="327" y="54"/>
                  <a:pt x="304" y="143"/>
                  <a:pt x="260" y="320"/>
                </a:cubicBezTo>
                <a:cubicBezTo>
                  <a:pt x="216" y="497"/>
                  <a:pt x="194" y="586"/>
                  <a:pt x="194" y="588"/>
                </a:cubicBezTo>
                <a:cubicBezTo>
                  <a:pt x="194" y="590"/>
                  <a:pt x="198" y="591"/>
                  <a:pt x="204" y="591"/>
                </a:cubicBezTo>
                <a:cubicBezTo>
                  <a:pt x="211" y="591"/>
                  <a:pt x="235" y="592"/>
                  <a:pt x="276" y="592"/>
                </a:cubicBezTo>
                <a:cubicBezTo>
                  <a:pt x="279" y="592"/>
                  <a:pt x="285" y="592"/>
                  <a:pt x="294" y="592"/>
                </a:cubicBezTo>
                <a:cubicBezTo>
                  <a:pt x="302" y="592"/>
                  <a:pt x="310" y="593"/>
                  <a:pt x="316" y="593"/>
                </a:cubicBezTo>
                <a:cubicBezTo>
                  <a:pt x="394" y="593"/>
                  <a:pt x="459" y="568"/>
                  <a:pt x="510" y="517"/>
                </a:cubicBezTo>
                <a:cubicBezTo>
                  <a:pt x="533" y="495"/>
                  <a:pt x="551" y="468"/>
                  <a:pt x="565" y="438"/>
                </a:cubicBezTo>
                <a:cubicBezTo>
                  <a:pt x="580" y="408"/>
                  <a:pt x="593" y="369"/>
                  <a:pt x="605" y="320"/>
                </a:cubicBezTo>
                <a:cubicBezTo>
                  <a:pt x="618" y="271"/>
                  <a:pt x="624" y="230"/>
                  <a:pt x="624" y="19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047600" y="555300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9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9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300320" y="4914720"/>
            <a:ext cx="1647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Workspace 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2351880" y="5448240"/>
            <a:ext cx="80280" cy="334800"/>
          </a:xfrm>
          <a:custGeom>
            <a:avLst/>
            <a:gdLst>
              <a:gd name="textAreaLeft" fmla="*/ 0 w 80280"/>
              <a:gd name="textAreaRight" fmla="*/ 80640 w 80280"/>
              <a:gd name="textAreaTop" fmla="*/ 0 h 334800"/>
              <a:gd name="textAreaBottom" fmla="*/ 335160 h 334800"/>
            </a:gdLst>
            <a:ahLst/>
            <a:cxnLst/>
            <a:rect l="textAreaLeft" t="textAreaTop" r="textAreaRight" b="textAreaBottom"/>
            <a:pathLst>
              <a:path w="224" h="931">
                <a:moveTo>
                  <a:pt x="5" y="1"/>
                </a:moveTo>
                <a:lnTo>
                  <a:pt x="9" y="0"/>
                </a:lnTo>
                <a:cubicBezTo>
                  <a:pt x="12" y="0"/>
                  <a:pt x="15" y="0"/>
                  <a:pt x="19" y="0"/>
                </a:cubicBezTo>
                <a:lnTo>
                  <a:pt x="30" y="0"/>
                </a:lnTo>
                <a:lnTo>
                  <a:pt x="56" y="22"/>
                </a:lnTo>
                <a:cubicBezTo>
                  <a:pt x="115" y="75"/>
                  <a:pt x="157" y="140"/>
                  <a:pt x="184" y="220"/>
                </a:cubicBezTo>
                <a:cubicBezTo>
                  <a:pt x="210" y="299"/>
                  <a:pt x="224" y="381"/>
                  <a:pt x="224" y="466"/>
                </a:cubicBezTo>
                <a:cubicBezTo>
                  <a:pt x="224" y="508"/>
                  <a:pt x="221" y="549"/>
                  <a:pt x="214" y="588"/>
                </a:cubicBezTo>
                <a:cubicBezTo>
                  <a:pt x="208" y="627"/>
                  <a:pt x="201" y="660"/>
                  <a:pt x="193" y="687"/>
                </a:cubicBezTo>
                <a:cubicBezTo>
                  <a:pt x="185" y="714"/>
                  <a:pt x="173" y="742"/>
                  <a:pt x="159" y="769"/>
                </a:cubicBezTo>
                <a:cubicBezTo>
                  <a:pt x="144" y="796"/>
                  <a:pt x="132" y="817"/>
                  <a:pt x="123" y="831"/>
                </a:cubicBezTo>
                <a:cubicBezTo>
                  <a:pt x="115" y="846"/>
                  <a:pt x="102" y="861"/>
                  <a:pt x="85" y="879"/>
                </a:cubicBezTo>
                <a:cubicBezTo>
                  <a:pt x="68" y="896"/>
                  <a:pt x="58" y="906"/>
                  <a:pt x="55" y="909"/>
                </a:cubicBezTo>
                <a:cubicBezTo>
                  <a:pt x="52" y="913"/>
                  <a:pt x="45" y="918"/>
                  <a:pt x="34" y="927"/>
                </a:cubicBezTo>
                <a:cubicBezTo>
                  <a:pt x="32" y="929"/>
                  <a:pt x="31" y="930"/>
                  <a:pt x="30" y="931"/>
                </a:cubicBezTo>
                <a:lnTo>
                  <a:pt x="19" y="931"/>
                </a:lnTo>
                <a:cubicBezTo>
                  <a:pt x="13" y="931"/>
                  <a:pt x="10" y="931"/>
                  <a:pt x="8" y="931"/>
                </a:cubicBezTo>
                <a:cubicBezTo>
                  <a:pt x="6" y="931"/>
                  <a:pt x="4" y="930"/>
                  <a:pt x="3" y="928"/>
                </a:cubicBezTo>
                <a:cubicBezTo>
                  <a:pt x="2" y="926"/>
                  <a:pt x="1" y="923"/>
                  <a:pt x="0" y="920"/>
                </a:cubicBezTo>
                <a:cubicBezTo>
                  <a:pt x="1" y="919"/>
                  <a:pt x="4" y="915"/>
                  <a:pt x="11" y="908"/>
                </a:cubicBezTo>
                <a:cubicBezTo>
                  <a:pt x="108" y="808"/>
                  <a:pt x="156" y="660"/>
                  <a:pt x="156" y="466"/>
                </a:cubicBezTo>
                <a:cubicBezTo>
                  <a:pt x="156" y="271"/>
                  <a:pt x="108" y="123"/>
                  <a:pt x="11" y="23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2"/>
                  <a:pt x="5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480760" y="5463360"/>
            <a:ext cx="237600" cy="243360"/>
          </a:xfrm>
          <a:custGeom>
            <a:avLst/>
            <a:gdLst>
              <a:gd name="textAreaLeft" fmla="*/ 0 w 237600"/>
              <a:gd name="textAreaRight" fmla="*/ 237960 w 237600"/>
              <a:gd name="textAreaTop" fmla="*/ 0 h 243360"/>
              <a:gd name="textAreaBottom" fmla="*/ 243720 h 243360"/>
            </a:gdLst>
            <a:ahLst/>
            <a:cxnLst/>
            <a:rect l="textAreaLeft" t="textAreaTop" r="textAreaRight" b="textAreaBottom"/>
            <a:pathLst>
              <a:path w="661" h="677">
                <a:moveTo>
                  <a:pt x="0" y="422"/>
                </a:moveTo>
                <a:cubicBezTo>
                  <a:pt x="0" y="351"/>
                  <a:pt x="20" y="282"/>
                  <a:pt x="63" y="216"/>
                </a:cubicBezTo>
                <a:cubicBezTo>
                  <a:pt x="104" y="151"/>
                  <a:pt x="157" y="99"/>
                  <a:pt x="220" y="60"/>
                </a:cubicBezTo>
                <a:cubicBezTo>
                  <a:pt x="283" y="21"/>
                  <a:pt x="347" y="1"/>
                  <a:pt x="410" y="0"/>
                </a:cubicBezTo>
                <a:cubicBezTo>
                  <a:pt x="466" y="0"/>
                  <a:pt x="510" y="16"/>
                  <a:pt x="543" y="49"/>
                </a:cubicBezTo>
                <a:cubicBezTo>
                  <a:pt x="548" y="55"/>
                  <a:pt x="553" y="60"/>
                  <a:pt x="557" y="65"/>
                </a:cubicBezTo>
                <a:cubicBezTo>
                  <a:pt x="561" y="69"/>
                  <a:pt x="563" y="72"/>
                  <a:pt x="564" y="74"/>
                </a:cubicBezTo>
                <a:lnTo>
                  <a:pt x="565" y="77"/>
                </a:lnTo>
                <a:cubicBezTo>
                  <a:pt x="567" y="77"/>
                  <a:pt x="575" y="69"/>
                  <a:pt x="590" y="53"/>
                </a:cubicBezTo>
                <a:cubicBezTo>
                  <a:pt x="595" y="49"/>
                  <a:pt x="599" y="45"/>
                  <a:pt x="604" y="40"/>
                </a:cubicBezTo>
                <a:cubicBezTo>
                  <a:pt x="609" y="35"/>
                  <a:pt x="614" y="29"/>
                  <a:pt x="619" y="24"/>
                </a:cubicBezTo>
                <a:cubicBezTo>
                  <a:pt x="624" y="19"/>
                  <a:pt x="627" y="15"/>
                  <a:pt x="628" y="13"/>
                </a:cubicBezTo>
                <a:lnTo>
                  <a:pt x="642" y="0"/>
                </a:lnTo>
                <a:lnTo>
                  <a:pt x="648" y="0"/>
                </a:lnTo>
                <a:cubicBezTo>
                  <a:pt x="657" y="0"/>
                  <a:pt x="661" y="2"/>
                  <a:pt x="661" y="6"/>
                </a:cubicBezTo>
                <a:cubicBezTo>
                  <a:pt x="661" y="9"/>
                  <a:pt x="651" y="52"/>
                  <a:pt x="631" y="134"/>
                </a:cubicBezTo>
                <a:cubicBezTo>
                  <a:pt x="609" y="221"/>
                  <a:pt x="598" y="264"/>
                  <a:pt x="598" y="265"/>
                </a:cubicBezTo>
                <a:cubicBezTo>
                  <a:pt x="597" y="268"/>
                  <a:pt x="595" y="270"/>
                  <a:pt x="593" y="270"/>
                </a:cubicBezTo>
                <a:cubicBezTo>
                  <a:pt x="591" y="271"/>
                  <a:pt x="586" y="272"/>
                  <a:pt x="576" y="272"/>
                </a:cubicBezTo>
                <a:lnTo>
                  <a:pt x="561" y="272"/>
                </a:lnTo>
                <a:cubicBezTo>
                  <a:pt x="558" y="268"/>
                  <a:pt x="556" y="266"/>
                  <a:pt x="556" y="264"/>
                </a:cubicBezTo>
                <a:cubicBezTo>
                  <a:pt x="556" y="263"/>
                  <a:pt x="556" y="261"/>
                  <a:pt x="557" y="257"/>
                </a:cubicBezTo>
                <a:cubicBezTo>
                  <a:pt x="557" y="254"/>
                  <a:pt x="558" y="247"/>
                  <a:pt x="559" y="239"/>
                </a:cubicBezTo>
                <a:cubicBezTo>
                  <a:pt x="559" y="230"/>
                  <a:pt x="560" y="220"/>
                  <a:pt x="560" y="209"/>
                </a:cubicBezTo>
                <a:cubicBezTo>
                  <a:pt x="560" y="165"/>
                  <a:pt x="550" y="126"/>
                  <a:pt x="530" y="94"/>
                </a:cubicBezTo>
                <a:cubicBezTo>
                  <a:pt x="510" y="61"/>
                  <a:pt x="476" y="44"/>
                  <a:pt x="428" y="43"/>
                </a:cubicBezTo>
                <a:cubicBezTo>
                  <a:pt x="417" y="43"/>
                  <a:pt x="405" y="44"/>
                  <a:pt x="392" y="46"/>
                </a:cubicBezTo>
                <a:cubicBezTo>
                  <a:pt x="379" y="48"/>
                  <a:pt x="363" y="52"/>
                  <a:pt x="343" y="58"/>
                </a:cubicBezTo>
                <a:cubicBezTo>
                  <a:pt x="323" y="64"/>
                  <a:pt x="304" y="73"/>
                  <a:pt x="286" y="84"/>
                </a:cubicBezTo>
                <a:cubicBezTo>
                  <a:pt x="268" y="95"/>
                  <a:pt x="249" y="110"/>
                  <a:pt x="228" y="129"/>
                </a:cubicBezTo>
                <a:cubicBezTo>
                  <a:pt x="206" y="147"/>
                  <a:pt x="188" y="170"/>
                  <a:pt x="174" y="195"/>
                </a:cubicBezTo>
                <a:cubicBezTo>
                  <a:pt x="159" y="220"/>
                  <a:pt x="144" y="252"/>
                  <a:pt x="130" y="290"/>
                </a:cubicBezTo>
                <a:cubicBezTo>
                  <a:pt x="116" y="328"/>
                  <a:pt x="106" y="369"/>
                  <a:pt x="101" y="414"/>
                </a:cubicBezTo>
                <a:cubicBezTo>
                  <a:pt x="100" y="426"/>
                  <a:pt x="99" y="438"/>
                  <a:pt x="99" y="451"/>
                </a:cubicBezTo>
                <a:cubicBezTo>
                  <a:pt x="99" y="480"/>
                  <a:pt x="104" y="507"/>
                  <a:pt x="112" y="530"/>
                </a:cubicBezTo>
                <a:cubicBezTo>
                  <a:pt x="121" y="553"/>
                  <a:pt x="132" y="570"/>
                  <a:pt x="146" y="583"/>
                </a:cubicBezTo>
                <a:cubicBezTo>
                  <a:pt x="159" y="595"/>
                  <a:pt x="175" y="606"/>
                  <a:pt x="192" y="614"/>
                </a:cubicBezTo>
                <a:cubicBezTo>
                  <a:pt x="210" y="623"/>
                  <a:pt x="226" y="628"/>
                  <a:pt x="241" y="630"/>
                </a:cubicBezTo>
                <a:cubicBezTo>
                  <a:pt x="255" y="632"/>
                  <a:pt x="269" y="633"/>
                  <a:pt x="282" y="634"/>
                </a:cubicBezTo>
                <a:cubicBezTo>
                  <a:pt x="316" y="634"/>
                  <a:pt x="347" y="627"/>
                  <a:pt x="375" y="613"/>
                </a:cubicBezTo>
                <a:cubicBezTo>
                  <a:pt x="402" y="598"/>
                  <a:pt x="422" y="580"/>
                  <a:pt x="432" y="558"/>
                </a:cubicBezTo>
                <a:cubicBezTo>
                  <a:pt x="434" y="553"/>
                  <a:pt x="439" y="536"/>
                  <a:pt x="446" y="507"/>
                </a:cubicBezTo>
                <a:cubicBezTo>
                  <a:pt x="454" y="477"/>
                  <a:pt x="457" y="461"/>
                  <a:pt x="457" y="457"/>
                </a:cubicBezTo>
                <a:cubicBezTo>
                  <a:pt x="457" y="452"/>
                  <a:pt x="453" y="449"/>
                  <a:pt x="445" y="448"/>
                </a:cubicBezTo>
                <a:cubicBezTo>
                  <a:pt x="437" y="447"/>
                  <a:pt x="419" y="446"/>
                  <a:pt x="389" y="445"/>
                </a:cubicBezTo>
                <a:lnTo>
                  <a:pt x="355" y="445"/>
                </a:lnTo>
                <a:cubicBezTo>
                  <a:pt x="351" y="441"/>
                  <a:pt x="349" y="439"/>
                  <a:pt x="349" y="438"/>
                </a:cubicBezTo>
                <a:cubicBezTo>
                  <a:pt x="349" y="436"/>
                  <a:pt x="350" y="431"/>
                  <a:pt x="351" y="420"/>
                </a:cubicBezTo>
                <a:cubicBezTo>
                  <a:pt x="354" y="412"/>
                  <a:pt x="357" y="406"/>
                  <a:pt x="361" y="402"/>
                </a:cubicBezTo>
                <a:lnTo>
                  <a:pt x="376" y="402"/>
                </a:lnTo>
                <a:cubicBezTo>
                  <a:pt x="401" y="404"/>
                  <a:pt x="445" y="404"/>
                  <a:pt x="507" y="404"/>
                </a:cubicBezTo>
                <a:cubicBezTo>
                  <a:pt x="531" y="404"/>
                  <a:pt x="552" y="404"/>
                  <a:pt x="567" y="404"/>
                </a:cubicBezTo>
                <a:cubicBezTo>
                  <a:pt x="583" y="404"/>
                  <a:pt x="594" y="404"/>
                  <a:pt x="601" y="403"/>
                </a:cubicBezTo>
                <a:cubicBezTo>
                  <a:pt x="607" y="403"/>
                  <a:pt x="611" y="403"/>
                  <a:pt x="612" y="403"/>
                </a:cubicBezTo>
                <a:cubicBezTo>
                  <a:pt x="620" y="403"/>
                  <a:pt x="625" y="406"/>
                  <a:pt x="625" y="412"/>
                </a:cubicBezTo>
                <a:cubicBezTo>
                  <a:pt x="625" y="413"/>
                  <a:pt x="624" y="417"/>
                  <a:pt x="623" y="425"/>
                </a:cubicBezTo>
                <a:cubicBezTo>
                  <a:pt x="620" y="436"/>
                  <a:pt x="617" y="443"/>
                  <a:pt x="614" y="444"/>
                </a:cubicBezTo>
                <a:cubicBezTo>
                  <a:pt x="612" y="445"/>
                  <a:pt x="607" y="445"/>
                  <a:pt x="600" y="445"/>
                </a:cubicBezTo>
                <a:cubicBezTo>
                  <a:pt x="587" y="445"/>
                  <a:pt x="575" y="446"/>
                  <a:pt x="561" y="448"/>
                </a:cubicBezTo>
                <a:cubicBezTo>
                  <a:pt x="557" y="450"/>
                  <a:pt x="554" y="453"/>
                  <a:pt x="552" y="456"/>
                </a:cubicBezTo>
                <a:cubicBezTo>
                  <a:pt x="550" y="460"/>
                  <a:pt x="546" y="476"/>
                  <a:pt x="539" y="504"/>
                </a:cubicBezTo>
                <a:cubicBezTo>
                  <a:pt x="534" y="524"/>
                  <a:pt x="529" y="542"/>
                  <a:pt x="525" y="556"/>
                </a:cubicBezTo>
                <a:cubicBezTo>
                  <a:pt x="510" y="619"/>
                  <a:pt x="501" y="652"/>
                  <a:pt x="499" y="654"/>
                </a:cubicBezTo>
                <a:cubicBezTo>
                  <a:pt x="498" y="655"/>
                  <a:pt x="496" y="655"/>
                  <a:pt x="495" y="655"/>
                </a:cubicBezTo>
                <a:cubicBezTo>
                  <a:pt x="488" y="655"/>
                  <a:pt x="480" y="649"/>
                  <a:pt x="468" y="637"/>
                </a:cubicBezTo>
                <a:cubicBezTo>
                  <a:pt x="457" y="624"/>
                  <a:pt x="450" y="615"/>
                  <a:pt x="447" y="608"/>
                </a:cubicBezTo>
                <a:cubicBezTo>
                  <a:pt x="447" y="607"/>
                  <a:pt x="446" y="607"/>
                  <a:pt x="445" y="608"/>
                </a:cubicBezTo>
                <a:cubicBezTo>
                  <a:pt x="444" y="609"/>
                  <a:pt x="442" y="610"/>
                  <a:pt x="440" y="613"/>
                </a:cubicBezTo>
                <a:cubicBezTo>
                  <a:pt x="394" y="655"/>
                  <a:pt x="332" y="677"/>
                  <a:pt x="254" y="677"/>
                </a:cubicBezTo>
                <a:cubicBezTo>
                  <a:pt x="179" y="677"/>
                  <a:pt x="118" y="653"/>
                  <a:pt x="71" y="605"/>
                </a:cubicBezTo>
                <a:cubicBezTo>
                  <a:pt x="24" y="557"/>
                  <a:pt x="0" y="496"/>
                  <a:pt x="0" y="4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738160" y="5470560"/>
            <a:ext cx="241560" cy="235800"/>
          </a:xfrm>
          <a:custGeom>
            <a:avLst/>
            <a:gdLst>
              <a:gd name="textAreaLeft" fmla="*/ 0 w 241560"/>
              <a:gd name="textAreaRight" fmla="*/ 241920 w 241560"/>
              <a:gd name="textAreaTop" fmla="*/ 0 h 235800"/>
              <a:gd name="textAreaBottom" fmla="*/ 236160 h 235800"/>
            </a:gdLst>
            <a:ahLst/>
            <a:cxnLst/>
            <a:rect l="textAreaLeft" t="textAreaTop" r="textAreaRight" b="textAreaBottom"/>
            <a:pathLst>
              <a:path w="672" h="656">
                <a:moveTo>
                  <a:pt x="184" y="43"/>
                </a:moveTo>
                <a:cubicBezTo>
                  <a:pt x="167" y="43"/>
                  <a:pt x="157" y="42"/>
                  <a:pt x="154" y="42"/>
                </a:cubicBezTo>
                <a:cubicBezTo>
                  <a:pt x="151" y="41"/>
                  <a:pt x="150" y="38"/>
                  <a:pt x="150" y="32"/>
                </a:cubicBezTo>
                <a:cubicBezTo>
                  <a:pt x="150" y="15"/>
                  <a:pt x="153" y="5"/>
                  <a:pt x="160" y="1"/>
                </a:cubicBezTo>
                <a:cubicBezTo>
                  <a:pt x="161" y="0"/>
                  <a:pt x="215" y="0"/>
                  <a:pt x="322" y="0"/>
                </a:cubicBezTo>
                <a:cubicBezTo>
                  <a:pt x="428" y="1"/>
                  <a:pt x="486" y="2"/>
                  <a:pt x="495" y="3"/>
                </a:cubicBezTo>
                <a:cubicBezTo>
                  <a:pt x="530" y="8"/>
                  <a:pt x="559" y="16"/>
                  <a:pt x="582" y="29"/>
                </a:cubicBezTo>
                <a:cubicBezTo>
                  <a:pt x="606" y="41"/>
                  <a:pt x="623" y="55"/>
                  <a:pt x="632" y="72"/>
                </a:cubicBezTo>
                <a:cubicBezTo>
                  <a:pt x="642" y="88"/>
                  <a:pt x="649" y="101"/>
                  <a:pt x="652" y="112"/>
                </a:cubicBezTo>
                <a:cubicBezTo>
                  <a:pt x="655" y="122"/>
                  <a:pt x="657" y="133"/>
                  <a:pt x="658" y="143"/>
                </a:cubicBezTo>
                <a:cubicBezTo>
                  <a:pt x="658" y="171"/>
                  <a:pt x="649" y="198"/>
                  <a:pt x="631" y="222"/>
                </a:cubicBezTo>
                <a:cubicBezTo>
                  <a:pt x="613" y="247"/>
                  <a:pt x="592" y="265"/>
                  <a:pt x="568" y="278"/>
                </a:cubicBezTo>
                <a:cubicBezTo>
                  <a:pt x="545" y="291"/>
                  <a:pt x="524" y="302"/>
                  <a:pt x="506" y="310"/>
                </a:cubicBezTo>
                <a:cubicBezTo>
                  <a:pt x="488" y="318"/>
                  <a:pt x="476" y="322"/>
                  <a:pt x="471" y="322"/>
                </a:cubicBezTo>
                <a:lnTo>
                  <a:pt x="477" y="327"/>
                </a:lnTo>
                <a:cubicBezTo>
                  <a:pt x="519" y="350"/>
                  <a:pt x="539" y="384"/>
                  <a:pt x="539" y="429"/>
                </a:cubicBezTo>
                <a:cubicBezTo>
                  <a:pt x="539" y="436"/>
                  <a:pt x="538" y="455"/>
                  <a:pt x="535" y="486"/>
                </a:cubicBezTo>
                <a:cubicBezTo>
                  <a:pt x="532" y="517"/>
                  <a:pt x="530" y="542"/>
                  <a:pt x="530" y="562"/>
                </a:cubicBezTo>
                <a:lnTo>
                  <a:pt x="530" y="570"/>
                </a:lnTo>
                <a:cubicBezTo>
                  <a:pt x="530" y="581"/>
                  <a:pt x="530" y="590"/>
                  <a:pt x="531" y="596"/>
                </a:cubicBezTo>
                <a:cubicBezTo>
                  <a:pt x="532" y="603"/>
                  <a:pt x="535" y="608"/>
                  <a:pt x="541" y="613"/>
                </a:cubicBezTo>
                <a:cubicBezTo>
                  <a:pt x="548" y="618"/>
                  <a:pt x="556" y="621"/>
                  <a:pt x="566" y="621"/>
                </a:cubicBezTo>
                <a:cubicBezTo>
                  <a:pt x="583" y="621"/>
                  <a:pt x="597" y="615"/>
                  <a:pt x="608" y="601"/>
                </a:cubicBezTo>
                <a:cubicBezTo>
                  <a:pt x="619" y="587"/>
                  <a:pt x="628" y="573"/>
                  <a:pt x="632" y="557"/>
                </a:cubicBezTo>
                <a:cubicBezTo>
                  <a:pt x="636" y="549"/>
                  <a:pt x="638" y="543"/>
                  <a:pt x="640" y="541"/>
                </a:cubicBezTo>
                <a:cubicBezTo>
                  <a:pt x="642" y="540"/>
                  <a:pt x="646" y="539"/>
                  <a:pt x="654" y="539"/>
                </a:cubicBezTo>
                <a:cubicBezTo>
                  <a:pt x="666" y="539"/>
                  <a:pt x="672" y="542"/>
                  <a:pt x="672" y="550"/>
                </a:cubicBezTo>
                <a:cubicBezTo>
                  <a:pt x="672" y="561"/>
                  <a:pt x="665" y="579"/>
                  <a:pt x="650" y="603"/>
                </a:cubicBezTo>
                <a:cubicBezTo>
                  <a:pt x="627" y="638"/>
                  <a:pt x="599" y="656"/>
                  <a:pt x="566" y="656"/>
                </a:cubicBezTo>
                <a:lnTo>
                  <a:pt x="558" y="656"/>
                </a:lnTo>
                <a:cubicBezTo>
                  <a:pt x="520" y="656"/>
                  <a:pt x="489" y="648"/>
                  <a:pt x="464" y="633"/>
                </a:cubicBezTo>
                <a:cubicBezTo>
                  <a:pt x="439" y="617"/>
                  <a:pt x="426" y="593"/>
                  <a:pt x="423" y="560"/>
                </a:cubicBezTo>
                <a:cubicBezTo>
                  <a:pt x="423" y="543"/>
                  <a:pt x="428" y="517"/>
                  <a:pt x="437" y="482"/>
                </a:cubicBezTo>
                <a:cubicBezTo>
                  <a:pt x="446" y="447"/>
                  <a:pt x="451" y="424"/>
                  <a:pt x="451" y="414"/>
                </a:cubicBezTo>
                <a:cubicBezTo>
                  <a:pt x="451" y="382"/>
                  <a:pt x="438" y="359"/>
                  <a:pt x="411" y="345"/>
                </a:cubicBezTo>
                <a:cubicBezTo>
                  <a:pt x="402" y="341"/>
                  <a:pt x="394" y="338"/>
                  <a:pt x="388" y="338"/>
                </a:cubicBezTo>
                <a:cubicBezTo>
                  <a:pt x="382" y="337"/>
                  <a:pt x="360" y="336"/>
                  <a:pt x="322" y="336"/>
                </a:cubicBezTo>
                <a:lnTo>
                  <a:pt x="258" y="336"/>
                </a:lnTo>
                <a:lnTo>
                  <a:pt x="228" y="457"/>
                </a:lnTo>
                <a:cubicBezTo>
                  <a:pt x="207" y="539"/>
                  <a:pt x="197" y="580"/>
                  <a:pt x="197" y="581"/>
                </a:cubicBezTo>
                <a:cubicBezTo>
                  <a:pt x="197" y="584"/>
                  <a:pt x="197" y="585"/>
                  <a:pt x="198" y="586"/>
                </a:cubicBezTo>
                <a:cubicBezTo>
                  <a:pt x="199" y="587"/>
                  <a:pt x="201" y="588"/>
                  <a:pt x="205" y="590"/>
                </a:cubicBezTo>
                <a:cubicBezTo>
                  <a:pt x="208" y="592"/>
                  <a:pt x="214" y="592"/>
                  <a:pt x="220" y="592"/>
                </a:cubicBezTo>
                <a:cubicBezTo>
                  <a:pt x="227" y="591"/>
                  <a:pt x="237" y="592"/>
                  <a:pt x="251" y="594"/>
                </a:cubicBezTo>
                <a:lnTo>
                  <a:pt x="280" y="594"/>
                </a:lnTo>
                <a:cubicBezTo>
                  <a:pt x="284" y="598"/>
                  <a:pt x="286" y="601"/>
                  <a:pt x="286" y="602"/>
                </a:cubicBezTo>
                <a:cubicBezTo>
                  <a:pt x="286" y="603"/>
                  <a:pt x="285" y="608"/>
                  <a:pt x="283" y="619"/>
                </a:cubicBezTo>
                <a:cubicBezTo>
                  <a:pt x="280" y="627"/>
                  <a:pt x="277" y="633"/>
                  <a:pt x="273" y="636"/>
                </a:cubicBezTo>
                <a:lnTo>
                  <a:pt x="259" y="636"/>
                </a:lnTo>
                <a:cubicBezTo>
                  <a:pt x="237" y="635"/>
                  <a:pt x="197" y="634"/>
                  <a:pt x="138" y="634"/>
                </a:cubicBezTo>
                <a:cubicBezTo>
                  <a:pt x="117" y="634"/>
                  <a:pt x="96" y="634"/>
                  <a:pt x="78" y="634"/>
                </a:cubicBezTo>
                <a:cubicBezTo>
                  <a:pt x="60" y="634"/>
                  <a:pt x="46" y="634"/>
                  <a:pt x="35" y="634"/>
                </a:cubicBezTo>
                <a:cubicBezTo>
                  <a:pt x="25" y="634"/>
                  <a:pt x="18" y="635"/>
                  <a:pt x="16" y="635"/>
                </a:cubicBezTo>
                <a:cubicBezTo>
                  <a:pt x="5" y="635"/>
                  <a:pt x="0" y="633"/>
                  <a:pt x="0" y="627"/>
                </a:cubicBezTo>
                <a:cubicBezTo>
                  <a:pt x="0" y="626"/>
                  <a:pt x="1" y="621"/>
                  <a:pt x="3" y="614"/>
                </a:cubicBezTo>
                <a:cubicBezTo>
                  <a:pt x="6" y="602"/>
                  <a:pt x="9" y="596"/>
                  <a:pt x="12" y="594"/>
                </a:cubicBezTo>
                <a:cubicBezTo>
                  <a:pt x="14" y="594"/>
                  <a:pt x="19" y="594"/>
                  <a:pt x="26" y="594"/>
                </a:cubicBezTo>
                <a:lnTo>
                  <a:pt x="32" y="594"/>
                </a:lnTo>
                <a:cubicBezTo>
                  <a:pt x="48" y="594"/>
                  <a:pt x="67" y="593"/>
                  <a:pt x="87" y="591"/>
                </a:cubicBezTo>
                <a:cubicBezTo>
                  <a:pt x="96" y="589"/>
                  <a:pt x="102" y="585"/>
                  <a:pt x="105" y="580"/>
                </a:cubicBezTo>
                <a:cubicBezTo>
                  <a:pt x="107" y="577"/>
                  <a:pt x="130" y="491"/>
                  <a:pt x="173" y="321"/>
                </a:cubicBezTo>
                <a:cubicBezTo>
                  <a:pt x="216" y="150"/>
                  <a:pt x="237" y="60"/>
                  <a:pt x="237" y="51"/>
                </a:cubicBezTo>
                <a:cubicBezTo>
                  <a:pt x="237" y="47"/>
                  <a:pt x="220" y="44"/>
                  <a:pt x="184" y="43"/>
                </a:cubicBezTo>
                <a:moveTo>
                  <a:pt x="556" y="120"/>
                </a:moveTo>
                <a:cubicBezTo>
                  <a:pt x="556" y="100"/>
                  <a:pt x="550" y="83"/>
                  <a:pt x="537" y="70"/>
                </a:cubicBezTo>
                <a:cubicBezTo>
                  <a:pt x="524" y="56"/>
                  <a:pt x="497" y="47"/>
                  <a:pt x="457" y="44"/>
                </a:cubicBezTo>
                <a:cubicBezTo>
                  <a:pt x="455" y="44"/>
                  <a:pt x="448" y="44"/>
                  <a:pt x="435" y="44"/>
                </a:cubicBezTo>
                <a:cubicBezTo>
                  <a:pt x="422" y="44"/>
                  <a:pt x="410" y="43"/>
                  <a:pt x="400" y="43"/>
                </a:cubicBezTo>
                <a:lnTo>
                  <a:pt x="379" y="43"/>
                </a:lnTo>
                <a:cubicBezTo>
                  <a:pt x="350" y="43"/>
                  <a:pt x="334" y="46"/>
                  <a:pt x="329" y="52"/>
                </a:cubicBezTo>
                <a:cubicBezTo>
                  <a:pt x="329" y="54"/>
                  <a:pt x="318" y="95"/>
                  <a:pt x="298" y="177"/>
                </a:cubicBezTo>
                <a:cubicBezTo>
                  <a:pt x="277" y="257"/>
                  <a:pt x="267" y="299"/>
                  <a:pt x="267" y="301"/>
                </a:cubicBezTo>
                <a:cubicBezTo>
                  <a:pt x="267" y="301"/>
                  <a:pt x="288" y="301"/>
                  <a:pt x="331" y="301"/>
                </a:cubicBezTo>
                <a:cubicBezTo>
                  <a:pt x="379" y="301"/>
                  <a:pt x="412" y="299"/>
                  <a:pt x="428" y="295"/>
                </a:cubicBezTo>
                <a:cubicBezTo>
                  <a:pt x="468" y="289"/>
                  <a:pt x="499" y="270"/>
                  <a:pt x="521" y="240"/>
                </a:cubicBezTo>
                <a:cubicBezTo>
                  <a:pt x="531" y="226"/>
                  <a:pt x="539" y="207"/>
                  <a:pt x="546" y="184"/>
                </a:cubicBezTo>
                <a:cubicBezTo>
                  <a:pt x="553" y="160"/>
                  <a:pt x="556" y="139"/>
                  <a:pt x="556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998080" y="5463360"/>
            <a:ext cx="231120" cy="243360"/>
          </a:xfrm>
          <a:custGeom>
            <a:avLst/>
            <a:gdLst>
              <a:gd name="textAreaLeft" fmla="*/ 0 w 231120"/>
              <a:gd name="textAreaRight" fmla="*/ 231480 w 231120"/>
              <a:gd name="textAreaTop" fmla="*/ 0 h 243360"/>
              <a:gd name="textAreaBottom" fmla="*/ 243720 h 243360"/>
            </a:gdLst>
            <a:ahLst/>
            <a:cxnLst/>
            <a:rect l="textAreaLeft" t="textAreaTop" r="textAreaRight" b="textAreaBottom"/>
            <a:pathLst>
              <a:path w="643" h="677">
                <a:moveTo>
                  <a:pt x="643" y="252"/>
                </a:moveTo>
                <a:cubicBezTo>
                  <a:pt x="643" y="323"/>
                  <a:pt x="623" y="392"/>
                  <a:pt x="583" y="458"/>
                </a:cubicBezTo>
                <a:cubicBezTo>
                  <a:pt x="543" y="525"/>
                  <a:pt x="492" y="578"/>
                  <a:pt x="430" y="617"/>
                </a:cubicBezTo>
                <a:cubicBezTo>
                  <a:pt x="367" y="657"/>
                  <a:pt x="302" y="677"/>
                  <a:pt x="236" y="677"/>
                </a:cubicBezTo>
                <a:cubicBezTo>
                  <a:pt x="176" y="677"/>
                  <a:pt x="124" y="659"/>
                  <a:pt x="82" y="624"/>
                </a:cubicBezTo>
                <a:cubicBezTo>
                  <a:pt x="39" y="588"/>
                  <a:pt x="12" y="537"/>
                  <a:pt x="1" y="469"/>
                </a:cubicBezTo>
                <a:cubicBezTo>
                  <a:pt x="0" y="464"/>
                  <a:pt x="0" y="451"/>
                  <a:pt x="0" y="429"/>
                </a:cubicBezTo>
                <a:cubicBezTo>
                  <a:pt x="0" y="366"/>
                  <a:pt x="15" y="306"/>
                  <a:pt x="44" y="249"/>
                </a:cubicBezTo>
                <a:cubicBezTo>
                  <a:pt x="74" y="192"/>
                  <a:pt x="114" y="141"/>
                  <a:pt x="164" y="97"/>
                </a:cubicBezTo>
                <a:cubicBezTo>
                  <a:pt x="241" y="33"/>
                  <a:pt x="318" y="0"/>
                  <a:pt x="397" y="0"/>
                </a:cubicBezTo>
                <a:cubicBezTo>
                  <a:pt x="421" y="0"/>
                  <a:pt x="435" y="1"/>
                  <a:pt x="442" y="1"/>
                </a:cubicBezTo>
                <a:cubicBezTo>
                  <a:pt x="502" y="10"/>
                  <a:pt x="550" y="38"/>
                  <a:pt x="587" y="82"/>
                </a:cubicBezTo>
                <a:cubicBezTo>
                  <a:pt x="623" y="127"/>
                  <a:pt x="642" y="183"/>
                  <a:pt x="643" y="252"/>
                </a:cubicBezTo>
                <a:moveTo>
                  <a:pt x="547" y="214"/>
                </a:moveTo>
                <a:cubicBezTo>
                  <a:pt x="547" y="158"/>
                  <a:pt x="532" y="115"/>
                  <a:pt x="504" y="84"/>
                </a:cubicBezTo>
                <a:cubicBezTo>
                  <a:pt x="475" y="53"/>
                  <a:pt x="440" y="38"/>
                  <a:pt x="397" y="38"/>
                </a:cubicBezTo>
                <a:cubicBezTo>
                  <a:pt x="347" y="38"/>
                  <a:pt x="299" y="56"/>
                  <a:pt x="253" y="94"/>
                </a:cubicBezTo>
                <a:cubicBezTo>
                  <a:pt x="203" y="133"/>
                  <a:pt x="165" y="187"/>
                  <a:pt x="139" y="258"/>
                </a:cubicBezTo>
                <a:cubicBezTo>
                  <a:pt x="113" y="329"/>
                  <a:pt x="100" y="395"/>
                  <a:pt x="99" y="455"/>
                </a:cubicBezTo>
                <a:cubicBezTo>
                  <a:pt x="99" y="511"/>
                  <a:pt x="113" y="556"/>
                  <a:pt x="139" y="588"/>
                </a:cubicBezTo>
                <a:cubicBezTo>
                  <a:pt x="166" y="621"/>
                  <a:pt x="201" y="638"/>
                  <a:pt x="245" y="639"/>
                </a:cubicBezTo>
                <a:cubicBezTo>
                  <a:pt x="301" y="639"/>
                  <a:pt x="355" y="614"/>
                  <a:pt x="405" y="565"/>
                </a:cubicBezTo>
                <a:cubicBezTo>
                  <a:pt x="456" y="516"/>
                  <a:pt x="494" y="449"/>
                  <a:pt x="520" y="365"/>
                </a:cubicBezTo>
                <a:cubicBezTo>
                  <a:pt x="538" y="306"/>
                  <a:pt x="547" y="256"/>
                  <a:pt x="547" y="21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3256920" y="5470560"/>
            <a:ext cx="236520" cy="236160"/>
          </a:xfrm>
          <a:custGeom>
            <a:avLst/>
            <a:gdLst>
              <a:gd name="textAreaLeft" fmla="*/ 0 w 236520"/>
              <a:gd name="textAreaRight" fmla="*/ 236880 w 236520"/>
              <a:gd name="textAreaTop" fmla="*/ 0 h 236160"/>
              <a:gd name="textAreaBottom" fmla="*/ 236520 h 236160"/>
            </a:gdLst>
            <a:ahLst/>
            <a:cxnLst/>
            <a:rect l="textAreaLeft" t="textAreaTop" r="textAreaRight" b="textAreaBottom"/>
            <a:pathLst>
              <a:path w="658" h="657">
                <a:moveTo>
                  <a:pt x="43" y="43"/>
                </a:moveTo>
                <a:cubicBezTo>
                  <a:pt x="22" y="43"/>
                  <a:pt x="11" y="42"/>
                  <a:pt x="10" y="39"/>
                </a:cubicBezTo>
                <a:cubicBezTo>
                  <a:pt x="9" y="38"/>
                  <a:pt x="9" y="35"/>
                  <a:pt x="9" y="32"/>
                </a:cubicBezTo>
                <a:cubicBezTo>
                  <a:pt x="9" y="17"/>
                  <a:pt x="12" y="6"/>
                  <a:pt x="19" y="1"/>
                </a:cubicBezTo>
                <a:cubicBezTo>
                  <a:pt x="21" y="0"/>
                  <a:pt x="26" y="0"/>
                  <a:pt x="35" y="0"/>
                </a:cubicBezTo>
                <a:cubicBezTo>
                  <a:pt x="61" y="1"/>
                  <a:pt x="103" y="2"/>
                  <a:pt x="162" y="2"/>
                </a:cubicBezTo>
                <a:cubicBezTo>
                  <a:pt x="183" y="2"/>
                  <a:pt x="202" y="2"/>
                  <a:pt x="220" y="2"/>
                </a:cubicBezTo>
                <a:cubicBezTo>
                  <a:pt x="238" y="2"/>
                  <a:pt x="252" y="2"/>
                  <a:pt x="262" y="1"/>
                </a:cubicBezTo>
                <a:cubicBezTo>
                  <a:pt x="272" y="0"/>
                  <a:pt x="278" y="0"/>
                  <a:pt x="281" y="1"/>
                </a:cubicBezTo>
                <a:cubicBezTo>
                  <a:pt x="291" y="1"/>
                  <a:pt x="296" y="4"/>
                  <a:pt x="296" y="10"/>
                </a:cubicBezTo>
                <a:cubicBezTo>
                  <a:pt x="296" y="11"/>
                  <a:pt x="295" y="16"/>
                  <a:pt x="294" y="23"/>
                </a:cubicBezTo>
                <a:cubicBezTo>
                  <a:pt x="291" y="34"/>
                  <a:pt x="287" y="40"/>
                  <a:pt x="284" y="42"/>
                </a:cubicBezTo>
                <a:lnTo>
                  <a:pt x="283" y="42"/>
                </a:lnTo>
                <a:cubicBezTo>
                  <a:pt x="281" y="42"/>
                  <a:pt x="280" y="42"/>
                  <a:pt x="278" y="42"/>
                </a:cubicBezTo>
                <a:cubicBezTo>
                  <a:pt x="276" y="42"/>
                  <a:pt x="274" y="42"/>
                  <a:pt x="271" y="42"/>
                </a:cubicBezTo>
                <a:cubicBezTo>
                  <a:pt x="269" y="42"/>
                  <a:pt x="266" y="42"/>
                  <a:pt x="263" y="43"/>
                </a:cubicBezTo>
                <a:cubicBezTo>
                  <a:pt x="260" y="43"/>
                  <a:pt x="257" y="43"/>
                  <a:pt x="255" y="43"/>
                </a:cubicBezTo>
                <a:cubicBezTo>
                  <a:pt x="230" y="43"/>
                  <a:pt x="215" y="44"/>
                  <a:pt x="208" y="46"/>
                </a:cubicBezTo>
                <a:cubicBezTo>
                  <a:pt x="201" y="47"/>
                  <a:pt x="196" y="50"/>
                  <a:pt x="191" y="56"/>
                </a:cubicBezTo>
                <a:cubicBezTo>
                  <a:pt x="191" y="57"/>
                  <a:pt x="182" y="90"/>
                  <a:pt x="165" y="153"/>
                </a:cubicBezTo>
                <a:cubicBezTo>
                  <a:pt x="149" y="218"/>
                  <a:pt x="132" y="285"/>
                  <a:pt x="115" y="355"/>
                </a:cubicBezTo>
                <a:cubicBezTo>
                  <a:pt x="98" y="425"/>
                  <a:pt x="89" y="467"/>
                  <a:pt x="87" y="479"/>
                </a:cubicBezTo>
                <a:cubicBezTo>
                  <a:pt x="86" y="488"/>
                  <a:pt x="85" y="497"/>
                  <a:pt x="85" y="506"/>
                </a:cubicBezTo>
                <a:cubicBezTo>
                  <a:pt x="85" y="540"/>
                  <a:pt x="95" y="566"/>
                  <a:pt x="114" y="585"/>
                </a:cubicBezTo>
                <a:cubicBezTo>
                  <a:pt x="133" y="604"/>
                  <a:pt x="160" y="614"/>
                  <a:pt x="194" y="614"/>
                </a:cubicBezTo>
                <a:cubicBezTo>
                  <a:pt x="236" y="614"/>
                  <a:pt x="277" y="600"/>
                  <a:pt x="319" y="572"/>
                </a:cubicBezTo>
                <a:cubicBezTo>
                  <a:pt x="360" y="544"/>
                  <a:pt x="391" y="502"/>
                  <a:pt x="410" y="446"/>
                </a:cubicBezTo>
                <a:lnTo>
                  <a:pt x="457" y="259"/>
                </a:lnTo>
                <a:cubicBezTo>
                  <a:pt x="488" y="139"/>
                  <a:pt x="502" y="77"/>
                  <a:pt x="502" y="72"/>
                </a:cubicBezTo>
                <a:cubicBezTo>
                  <a:pt x="502" y="55"/>
                  <a:pt x="482" y="45"/>
                  <a:pt x="442" y="43"/>
                </a:cubicBezTo>
                <a:cubicBezTo>
                  <a:pt x="427" y="43"/>
                  <a:pt x="419" y="39"/>
                  <a:pt x="419" y="33"/>
                </a:cubicBezTo>
                <a:cubicBezTo>
                  <a:pt x="419" y="31"/>
                  <a:pt x="420" y="28"/>
                  <a:pt x="421" y="21"/>
                </a:cubicBezTo>
                <a:cubicBezTo>
                  <a:pt x="424" y="11"/>
                  <a:pt x="425" y="6"/>
                  <a:pt x="427" y="4"/>
                </a:cubicBezTo>
                <a:cubicBezTo>
                  <a:pt x="428" y="2"/>
                  <a:pt x="431" y="1"/>
                  <a:pt x="436" y="0"/>
                </a:cubicBezTo>
                <a:cubicBezTo>
                  <a:pt x="438" y="0"/>
                  <a:pt x="448" y="0"/>
                  <a:pt x="466" y="1"/>
                </a:cubicBezTo>
                <a:cubicBezTo>
                  <a:pt x="485" y="2"/>
                  <a:pt x="511" y="2"/>
                  <a:pt x="545" y="3"/>
                </a:cubicBezTo>
                <a:cubicBezTo>
                  <a:pt x="577" y="3"/>
                  <a:pt x="601" y="2"/>
                  <a:pt x="617" y="2"/>
                </a:cubicBezTo>
                <a:cubicBezTo>
                  <a:pt x="634" y="1"/>
                  <a:pt x="643" y="1"/>
                  <a:pt x="644" y="1"/>
                </a:cubicBezTo>
                <a:cubicBezTo>
                  <a:pt x="654" y="1"/>
                  <a:pt x="658" y="4"/>
                  <a:pt x="658" y="10"/>
                </a:cubicBezTo>
                <a:cubicBezTo>
                  <a:pt x="658" y="24"/>
                  <a:pt x="656" y="33"/>
                  <a:pt x="651" y="38"/>
                </a:cubicBezTo>
                <a:cubicBezTo>
                  <a:pt x="649" y="41"/>
                  <a:pt x="642" y="43"/>
                  <a:pt x="630" y="43"/>
                </a:cubicBezTo>
                <a:cubicBezTo>
                  <a:pt x="586" y="45"/>
                  <a:pt x="559" y="58"/>
                  <a:pt x="548" y="80"/>
                </a:cubicBezTo>
                <a:cubicBezTo>
                  <a:pt x="546" y="83"/>
                  <a:pt x="531" y="143"/>
                  <a:pt x="501" y="261"/>
                </a:cubicBezTo>
                <a:cubicBezTo>
                  <a:pt x="475" y="365"/>
                  <a:pt x="459" y="427"/>
                  <a:pt x="454" y="446"/>
                </a:cubicBezTo>
                <a:cubicBezTo>
                  <a:pt x="433" y="508"/>
                  <a:pt x="398" y="558"/>
                  <a:pt x="347" y="597"/>
                </a:cubicBezTo>
                <a:cubicBezTo>
                  <a:pt x="296" y="636"/>
                  <a:pt x="243" y="656"/>
                  <a:pt x="189" y="657"/>
                </a:cubicBezTo>
                <a:cubicBezTo>
                  <a:pt x="132" y="657"/>
                  <a:pt x="86" y="639"/>
                  <a:pt x="52" y="605"/>
                </a:cubicBezTo>
                <a:cubicBezTo>
                  <a:pt x="18" y="570"/>
                  <a:pt x="0" y="529"/>
                  <a:pt x="0" y="481"/>
                </a:cubicBezTo>
                <a:lnTo>
                  <a:pt x="0" y="466"/>
                </a:lnTo>
                <a:cubicBezTo>
                  <a:pt x="0" y="455"/>
                  <a:pt x="17" y="381"/>
                  <a:pt x="51" y="245"/>
                </a:cubicBezTo>
                <a:cubicBezTo>
                  <a:pt x="81" y="119"/>
                  <a:pt x="96" y="55"/>
                  <a:pt x="96" y="51"/>
                </a:cubicBezTo>
                <a:cubicBezTo>
                  <a:pt x="96" y="47"/>
                  <a:pt x="79" y="44"/>
                  <a:pt x="43" y="4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504600" y="5470560"/>
            <a:ext cx="240480" cy="228600"/>
          </a:xfrm>
          <a:custGeom>
            <a:avLst/>
            <a:gdLst>
              <a:gd name="textAreaLeft" fmla="*/ 0 w 240480"/>
              <a:gd name="textAreaRight" fmla="*/ 240840 w 240480"/>
              <a:gd name="textAreaTop" fmla="*/ 0 h 228600"/>
              <a:gd name="textAreaBottom" fmla="*/ 228960 h 228600"/>
            </a:gdLst>
            <a:ahLst/>
            <a:cxnLst/>
            <a:rect l="textAreaLeft" t="textAreaTop" r="textAreaRight" b="textAreaBottom"/>
            <a:pathLst>
              <a:path w="669" h="636">
                <a:moveTo>
                  <a:pt x="236" y="51"/>
                </a:moveTo>
                <a:cubicBezTo>
                  <a:pt x="236" y="47"/>
                  <a:pt x="219" y="44"/>
                  <a:pt x="183" y="43"/>
                </a:cubicBezTo>
                <a:cubicBezTo>
                  <a:pt x="168" y="43"/>
                  <a:pt x="159" y="42"/>
                  <a:pt x="154" y="42"/>
                </a:cubicBezTo>
                <a:cubicBezTo>
                  <a:pt x="150" y="41"/>
                  <a:pt x="148" y="38"/>
                  <a:pt x="148" y="33"/>
                </a:cubicBezTo>
                <a:cubicBezTo>
                  <a:pt x="148" y="32"/>
                  <a:pt x="149" y="29"/>
                  <a:pt x="150" y="22"/>
                </a:cubicBezTo>
                <a:cubicBezTo>
                  <a:pt x="154" y="10"/>
                  <a:pt x="156" y="3"/>
                  <a:pt x="158" y="2"/>
                </a:cubicBezTo>
                <a:cubicBezTo>
                  <a:pt x="160" y="1"/>
                  <a:pt x="220" y="0"/>
                  <a:pt x="339" y="0"/>
                </a:cubicBezTo>
                <a:cubicBezTo>
                  <a:pt x="456" y="1"/>
                  <a:pt x="519" y="2"/>
                  <a:pt x="527" y="3"/>
                </a:cubicBezTo>
                <a:cubicBezTo>
                  <a:pt x="567" y="10"/>
                  <a:pt x="600" y="25"/>
                  <a:pt x="628" y="48"/>
                </a:cubicBezTo>
                <a:cubicBezTo>
                  <a:pt x="655" y="72"/>
                  <a:pt x="668" y="103"/>
                  <a:pt x="669" y="142"/>
                </a:cubicBezTo>
                <a:cubicBezTo>
                  <a:pt x="669" y="190"/>
                  <a:pt x="648" y="234"/>
                  <a:pt x="608" y="273"/>
                </a:cubicBezTo>
                <a:cubicBezTo>
                  <a:pt x="564" y="316"/>
                  <a:pt x="509" y="342"/>
                  <a:pt x="441" y="353"/>
                </a:cubicBezTo>
                <a:cubicBezTo>
                  <a:pt x="437" y="354"/>
                  <a:pt x="404" y="355"/>
                  <a:pt x="343" y="355"/>
                </a:cubicBezTo>
                <a:lnTo>
                  <a:pt x="255" y="355"/>
                </a:lnTo>
                <a:lnTo>
                  <a:pt x="227" y="467"/>
                </a:lnTo>
                <a:cubicBezTo>
                  <a:pt x="208" y="539"/>
                  <a:pt x="199" y="577"/>
                  <a:pt x="199" y="581"/>
                </a:cubicBezTo>
                <a:cubicBezTo>
                  <a:pt x="199" y="584"/>
                  <a:pt x="199" y="585"/>
                  <a:pt x="200" y="586"/>
                </a:cubicBezTo>
                <a:cubicBezTo>
                  <a:pt x="201" y="587"/>
                  <a:pt x="203" y="588"/>
                  <a:pt x="207" y="590"/>
                </a:cubicBezTo>
                <a:cubicBezTo>
                  <a:pt x="210" y="592"/>
                  <a:pt x="216" y="592"/>
                  <a:pt x="222" y="592"/>
                </a:cubicBezTo>
                <a:cubicBezTo>
                  <a:pt x="229" y="591"/>
                  <a:pt x="239" y="592"/>
                  <a:pt x="253" y="594"/>
                </a:cubicBezTo>
                <a:lnTo>
                  <a:pt x="282" y="594"/>
                </a:lnTo>
                <a:cubicBezTo>
                  <a:pt x="286" y="599"/>
                  <a:pt x="288" y="603"/>
                  <a:pt x="288" y="604"/>
                </a:cubicBezTo>
                <a:cubicBezTo>
                  <a:pt x="288" y="614"/>
                  <a:pt x="285" y="623"/>
                  <a:pt x="281" y="632"/>
                </a:cubicBezTo>
                <a:cubicBezTo>
                  <a:pt x="278" y="635"/>
                  <a:pt x="273" y="636"/>
                  <a:pt x="266" y="636"/>
                </a:cubicBezTo>
                <a:cubicBezTo>
                  <a:pt x="264" y="636"/>
                  <a:pt x="253" y="636"/>
                  <a:pt x="232" y="635"/>
                </a:cubicBezTo>
                <a:cubicBezTo>
                  <a:pt x="211" y="635"/>
                  <a:pt x="180" y="634"/>
                  <a:pt x="139" y="634"/>
                </a:cubicBezTo>
                <a:cubicBezTo>
                  <a:pt x="100" y="634"/>
                  <a:pt x="71" y="634"/>
                  <a:pt x="50" y="634"/>
                </a:cubicBezTo>
                <a:cubicBezTo>
                  <a:pt x="30" y="634"/>
                  <a:pt x="19" y="635"/>
                  <a:pt x="17" y="635"/>
                </a:cubicBezTo>
                <a:cubicBezTo>
                  <a:pt x="6" y="635"/>
                  <a:pt x="0" y="632"/>
                  <a:pt x="0" y="626"/>
                </a:cubicBezTo>
                <a:cubicBezTo>
                  <a:pt x="0" y="625"/>
                  <a:pt x="1" y="620"/>
                  <a:pt x="3" y="613"/>
                </a:cubicBezTo>
                <a:cubicBezTo>
                  <a:pt x="5" y="603"/>
                  <a:pt x="8" y="598"/>
                  <a:pt x="10" y="596"/>
                </a:cubicBezTo>
                <a:cubicBezTo>
                  <a:pt x="13" y="595"/>
                  <a:pt x="20" y="594"/>
                  <a:pt x="32" y="594"/>
                </a:cubicBezTo>
                <a:cubicBezTo>
                  <a:pt x="48" y="594"/>
                  <a:pt x="67" y="593"/>
                  <a:pt x="88" y="591"/>
                </a:cubicBezTo>
                <a:cubicBezTo>
                  <a:pt x="96" y="589"/>
                  <a:pt x="102" y="585"/>
                  <a:pt x="105" y="580"/>
                </a:cubicBezTo>
                <a:cubicBezTo>
                  <a:pt x="107" y="577"/>
                  <a:pt x="129" y="491"/>
                  <a:pt x="172" y="320"/>
                </a:cubicBezTo>
                <a:cubicBezTo>
                  <a:pt x="215" y="150"/>
                  <a:pt x="236" y="60"/>
                  <a:pt x="236" y="51"/>
                </a:cubicBezTo>
                <a:moveTo>
                  <a:pt x="569" y="120"/>
                </a:moveTo>
                <a:cubicBezTo>
                  <a:pt x="569" y="112"/>
                  <a:pt x="569" y="105"/>
                  <a:pt x="567" y="100"/>
                </a:cubicBezTo>
                <a:cubicBezTo>
                  <a:pt x="566" y="95"/>
                  <a:pt x="563" y="89"/>
                  <a:pt x="559" y="80"/>
                </a:cubicBezTo>
                <a:cubicBezTo>
                  <a:pt x="555" y="71"/>
                  <a:pt x="547" y="64"/>
                  <a:pt x="536" y="60"/>
                </a:cubicBezTo>
                <a:cubicBezTo>
                  <a:pt x="525" y="55"/>
                  <a:pt x="510" y="50"/>
                  <a:pt x="490" y="45"/>
                </a:cubicBezTo>
                <a:cubicBezTo>
                  <a:pt x="486" y="44"/>
                  <a:pt x="461" y="43"/>
                  <a:pt x="416" y="43"/>
                </a:cubicBezTo>
                <a:cubicBezTo>
                  <a:pt x="405" y="43"/>
                  <a:pt x="394" y="43"/>
                  <a:pt x="383" y="43"/>
                </a:cubicBezTo>
                <a:cubicBezTo>
                  <a:pt x="372" y="43"/>
                  <a:pt x="363" y="43"/>
                  <a:pt x="356" y="44"/>
                </a:cubicBezTo>
                <a:cubicBezTo>
                  <a:pt x="350" y="44"/>
                  <a:pt x="346" y="44"/>
                  <a:pt x="345" y="44"/>
                </a:cubicBezTo>
                <a:cubicBezTo>
                  <a:pt x="337" y="44"/>
                  <a:pt x="332" y="47"/>
                  <a:pt x="328" y="52"/>
                </a:cubicBezTo>
                <a:cubicBezTo>
                  <a:pt x="327" y="56"/>
                  <a:pt x="321" y="80"/>
                  <a:pt x="311" y="124"/>
                </a:cubicBezTo>
                <a:cubicBezTo>
                  <a:pt x="300" y="168"/>
                  <a:pt x="289" y="211"/>
                  <a:pt x="278" y="252"/>
                </a:cubicBezTo>
                <a:cubicBezTo>
                  <a:pt x="267" y="294"/>
                  <a:pt x="261" y="315"/>
                  <a:pt x="261" y="315"/>
                </a:cubicBezTo>
                <a:cubicBezTo>
                  <a:pt x="261" y="317"/>
                  <a:pt x="287" y="317"/>
                  <a:pt x="337" y="317"/>
                </a:cubicBezTo>
                <a:lnTo>
                  <a:pt x="348" y="317"/>
                </a:lnTo>
                <a:lnTo>
                  <a:pt x="369" y="317"/>
                </a:lnTo>
                <a:cubicBezTo>
                  <a:pt x="439" y="317"/>
                  <a:pt x="488" y="302"/>
                  <a:pt x="518" y="271"/>
                </a:cubicBezTo>
                <a:cubicBezTo>
                  <a:pt x="535" y="254"/>
                  <a:pt x="548" y="229"/>
                  <a:pt x="556" y="197"/>
                </a:cubicBezTo>
                <a:cubicBezTo>
                  <a:pt x="565" y="165"/>
                  <a:pt x="569" y="139"/>
                  <a:pt x="56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047600" y="60386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8"/>
                  <a:pt x="200" y="248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300320" y="5400720"/>
            <a:ext cx="1039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Group 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2694600" y="5952600"/>
            <a:ext cx="223560" cy="230760"/>
          </a:xfrm>
          <a:custGeom>
            <a:avLst/>
            <a:gdLst>
              <a:gd name="textAreaLeft" fmla="*/ 0 w 223560"/>
              <a:gd name="textAreaRight" fmla="*/ 223920 w 223560"/>
              <a:gd name="textAreaTop" fmla="*/ 0 h 230760"/>
              <a:gd name="textAreaBottom" fmla="*/ 231120 h 230760"/>
            </a:gdLst>
            <a:ahLst/>
            <a:cxnLst/>
            <a:rect l="textAreaLeft" t="textAreaTop" r="textAreaRight" b="textAreaBottom"/>
            <a:pathLst>
              <a:path w="622" h="642">
                <a:moveTo>
                  <a:pt x="15" y="642"/>
                </a:moveTo>
                <a:cubicBezTo>
                  <a:pt x="8" y="639"/>
                  <a:pt x="3" y="634"/>
                  <a:pt x="0" y="627"/>
                </a:cubicBezTo>
                <a:lnTo>
                  <a:pt x="0" y="319"/>
                </a:lnTo>
                <a:lnTo>
                  <a:pt x="1" y="12"/>
                </a:lnTo>
                <a:cubicBezTo>
                  <a:pt x="6" y="6"/>
                  <a:pt x="11" y="2"/>
                  <a:pt x="14" y="0"/>
                </a:cubicBezTo>
                <a:lnTo>
                  <a:pt x="610" y="0"/>
                </a:lnTo>
                <a:cubicBezTo>
                  <a:pt x="616" y="5"/>
                  <a:pt x="620" y="9"/>
                  <a:pt x="622" y="14"/>
                </a:cubicBezTo>
                <a:lnTo>
                  <a:pt x="622" y="628"/>
                </a:lnTo>
                <a:cubicBezTo>
                  <a:pt x="620" y="631"/>
                  <a:pt x="616" y="635"/>
                  <a:pt x="610" y="641"/>
                </a:cubicBezTo>
                <a:lnTo>
                  <a:pt x="313" y="642"/>
                </a:lnTo>
                <a:lnTo>
                  <a:pt x="15" y="642"/>
                </a:lnTo>
                <a:moveTo>
                  <a:pt x="585" y="604"/>
                </a:moveTo>
                <a:lnTo>
                  <a:pt x="585" y="37"/>
                </a:lnTo>
                <a:lnTo>
                  <a:pt x="38" y="37"/>
                </a:lnTo>
                <a:lnTo>
                  <a:pt x="38" y="604"/>
                </a:lnTo>
                <a:lnTo>
                  <a:pt x="585" y="60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948040" y="5954400"/>
            <a:ext cx="240480" cy="228960"/>
          </a:xfrm>
          <a:custGeom>
            <a:avLst/>
            <a:gdLst>
              <a:gd name="textAreaLeft" fmla="*/ 0 w 240480"/>
              <a:gd name="textAreaRight" fmla="*/ 240840 w 240480"/>
              <a:gd name="textAreaTop" fmla="*/ 0 h 228960"/>
              <a:gd name="textAreaBottom" fmla="*/ 229320 h 228960"/>
            </a:gdLst>
            <a:ahLst/>
            <a:cxnLst/>
            <a:rect l="textAreaLeft" t="textAreaTop" r="textAreaRight" b="textAreaBottom"/>
            <a:pathLst>
              <a:path w="669" h="637">
                <a:moveTo>
                  <a:pt x="237" y="51"/>
                </a:moveTo>
                <a:cubicBezTo>
                  <a:pt x="237" y="47"/>
                  <a:pt x="219" y="44"/>
                  <a:pt x="184" y="43"/>
                </a:cubicBezTo>
                <a:cubicBezTo>
                  <a:pt x="169" y="43"/>
                  <a:pt x="159" y="43"/>
                  <a:pt x="154" y="42"/>
                </a:cubicBezTo>
                <a:cubicBezTo>
                  <a:pt x="150" y="41"/>
                  <a:pt x="148" y="38"/>
                  <a:pt x="148" y="33"/>
                </a:cubicBezTo>
                <a:cubicBezTo>
                  <a:pt x="148" y="32"/>
                  <a:pt x="148" y="29"/>
                  <a:pt x="150" y="23"/>
                </a:cubicBezTo>
                <a:cubicBezTo>
                  <a:pt x="153" y="10"/>
                  <a:pt x="156" y="3"/>
                  <a:pt x="158" y="2"/>
                </a:cubicBezTo>
                <a:cubicBezTo>
                  <a:pt x="160" y="1"/>
                  <a:pt x="221" y="0"/>
                  <a:pt x="339" y="0"/>
                </a:cubicBezTo>
                <a:cubicBezTo>
                  <a:pt x="457" y="1"/>
                  <a:pt x="520" y="2"/>
                  <a:pt x="528" y="3"/>
                </a:cubicBezTo>
                <a:cubicBezTo>
                  <a:pt x="568" y="10"/>
                  <a:pt x="601" y="25"/>
                  <a:pt x="628" y="49"/>
                </a:cubicBezTo>
                <a:cubicBezTo>
                  <a:pt x="655" y="72"/>
                  <a:pt x="668" y="104"/>
                  <a:pt x="669" y="143"/>
                </a:cubicBezTo>
                <a:cubicBezTo>
                  <a:pt x="669" y="190"/>
                  <a:pt x="648" y="234"/>
                  <a:pt x="607" y="274"/>
                </a:cubicBezTo>
                <a:cubicBezTo>
                  <a:pt x="565" y="317"/>
                  <a:pt x="509" y="344"/>
                  <a:pt x="442" y="355"/>
                </a:cubicBezTo>
                <a:cubicBezTo>
                  <a:pt x="437" y="355"/>
                  <a:pt x="405" y="356"/>
                  <a:pt x="344" y="357"/>
                </a:cubicBezTo>
                <a:lnTo>
                  <a:pt x="256" y="357"/>
                </a:lnTo>
                <a:lnTo>
                  <a:pt x="228" y="467"/>
                </a:lnTo>
                <a:cubicBezTo>
                  <a:pt x="209" y="539"/>
                  <a:pt x="200" y="577"/>
                  <a:pt x="200" y="582"/>
                </a:cubicBezTo>
                <a:cubicBezTo>
                  <a:pt x="200" y="584"/>
                  <a:pt x="200" y="586"/>
                  <a:pt x="201" y="586"/>
                </a:cubicBezTo>
                <a:cubicBezTo>
                  <a:pt x="201" y="587"/>
                  <a:pt x="204" y="588"/>
                  <a:pt x="207" y="590"/>
                </a:cubicBezTo>
                <a:cubicBezTo>
                  <a:pt x="211" y="592"/>
                  <a:pt x="216" y="593"/>
                  <a:pt x="223" y="592"/>
                </a:cubicBezTo>
                <a:cubicBezTo>
                  <a:pt x="230" y="591"/>
                  <a:pt x="240" y="592"/>
                  <a:pt x="254" y="594"/>
                </a:cubicBezTo>
                <a:lnTo>
                  <a:pt x="283" y="594"/>
                </a:lnTo>
                <a:cubicBezTo>
                  <a:pt x="286" y="599"/>
                  <a:pt x="288" y="603"/>
                  <a:pt x="288" y="604"/>
                </a:cubicBezTo>
                <a:cubicBezTo>
                  <a:pt x="288" y="614"/>
                  <a:pt x="286" y="623"/>
                  <a:pt x="282" y="632"/>
                </a:cubicBezTo>
                <a:cubicBezTo>
                  <a:pt x="279" y="635"/>
                  <a:pt x="274" y="637"/>
                  <a:pt x="267" y="637"/>
                </a:cubicBezTo>
                <a:cubicBezTo>
                  <a:pt x="265" y="637"/>
                  <a:pt x="254" y="636"/>
                  <a:pt x="233" y="636"/>
                </a:cubicBezTo>
                <a:cubicBezTo>
                  <a:pt x="211" y="635"/>
                  <a:pt x="180" y="635"/>
                  <a:pt x="138" y="635"/>
                </a:cubicBezTo>
                <a:cubicBezTo>
                  <a:pt x="100" y="635"/>
                  <a:pt x="71" y="635"/>
                  <a:pt x="50" y="635"/>
                </a:cubicBezTo>
                <a:cubicBezTo>
                  <a:pt x="30" y="635"/>
                  <a:pt x="18" y="635"/>
                  <a:pt x="17" y="636"/>
                </a:cubicBezTo>
                <a:cubicBezTo>
                  <a:pt x="5" y="636"/>
                  <a:pt x="0" y="633"/>
                  <a:pt x="0" y="626"/>
                </a:cubicBezTo>
                <a:cubicBezTo>
                  <a:pt x="0" y="625"/>
                  <a:pt x="1" y="621"/>
                  <a:pt x="3" y="613"/>
                </a:cubicBezTo>
                <a:cubicBezTo>
                  <a:pt x="5" y="603"/>
                  <a:pt x="8" y="598"/>
                  <a:pt x="10" y="597"/>
                </a:cubicBezTo>
                <a:cubicBezTo>
                  <a:pt x="13" y="595"/>
                  <a:pt x="20" y="595"/>
                  <a:pt x="31" y="594"/>
                </a:cubicBezTo>
                <a:cubicBezTo>
                  <a:pt x="48" y="594"/>
                  <a:pt x="67" y="593"/>
                  <a:pt x="87" y="591"/>
                </a:cubicBezTo>
                <a:cubicBezTo>
                  <a:pt x="96" y="589"/>
                  <a:pt x="102" y="586"/>
                  <a:pt x="105" y="580"/>
                </a:cubicBezTo>
                <a:cubicBezTo>
                  <a:pt x="107" y="577"/>
                  <a:pt x="129" y="491"/>
                  <a:pt x="173" y="321"/>
                </a:cubicBezTo>
                <a:cubicBezTo>
                  <a:pt x="216" y="150"/>
                  <a:pt x="237" y="61"/>
                  <a:pt x="237" y="51"/>
                </a:cubicBezTo>
                <a:moveTo>
                  <a:pt x="570" y="120"/>
                </a:moveTo>
                <a:cubicBezTo>
                  <a:pt x="570" y="112"/>
                  <a:pt x="570" y="106"/>
                  <a:pt x="568" y="101"/>
                </a:cubicBezTo>
                <a:cubicBezTo>
                  <a:pt x="567" y="96"/>
                  <a:pt x="564" y="89"/>
                  <a:pt x="560" y="80"/>
                </a:cubicBezTo>
                <a:cubicBezTo>
                  <a:pt x="556" y="72"/>
                  <a:pt x="548" y="65"/>
                  <a:pt x="537" y="60"/>
                </a:cubicBezTo>
                <a:cubicBezTo>
                  <a:pt x="526" y="55"/>
                  <a:pt x="510" y="50"/>
                  <a:pt x="491" y="45"/>
                </a:cubicBezTo>
                <a:cubicBezTo>
                  <a:pt x="487" y="44"/>
                  <a:pt x="462" y="44"/>
                  <a:pt x="417" y="43"/>
                </a:cubicBezTo>
                <a:cubicBezTo>
                  <a:pt x="406" y="43"/>
                  <a:pt x="395" y="43"/>
                  <a:pt x="384" y="43"/>
                </a:cubicBezTo>
                <a:cubicBezTo>
                  <a:pt x="373" y="43"/>
                  <a:pt x="364" y="43"/>
                  <a:pt x="357" y="44"/>
                </a:cubicBezTo>
                <a:cubicBezTo>
                  <a:pt x="350" y="45"/>
                  <a:pt x="347" y="45"/>
                  <a:pt x="346" y="44"/>
                </a:cubicBezTo>
                <a:cubicBezTo>
                  <a:pt x="338" y="45"/>
                  <a:pt x="332" y="47"/>
                  <a:pt x="329" y="52"/>
                </a:cubicBezTo>
                <a:cubicBezTo>
                  <a:pt x="328" y="56"/>
                  <a:pt x="322" y="80"/>
                  <a:pt x="312" y="124"/>
                </a:cubicBezTo>
                <a:cubicBezTo>
                  <a:pt x="301" y="168"/>
                  <a:pt x="290" y="211"/>
                  <a:pt x="279" y="252"/>
                </a:cubicBezTo>
                <a:cubicBezTo>
                  <a:pt x="268" y="295"/>
                  <a:pt x="262" y="316"/>
                  <a:pt x="262" y="317"/>
                </a:cubicBezTo>
                <a:cubicBezTo>
                  <a:pt x="262" y="318"/>
                  <a:pt x="287" y="318"/>
                  <a:pt x="338" y="318"/>
                </a:cubicBezTo>
                <a:lnTo>
                  <a:pt x="349" y="318"/>
                </a:lnTo>
                <a:lnTo>
                  <a:pt x="370" y="318"/>
                </a:lnTo>
                <a:cubicBezTo>
                  <a:pt x="440" y="318"/>
                  <a:pt x="489" y="303"/>
                  <a:pt x="519" y="271"/>
                </a:cubicBezTo>
                <a:cubicBezTo>
                  <a:pt x="536" y="254"/>
                  <a:pt x="549" y="230"/>
                  <a:pt x="557" y="197"/>
                </a:cubicBezTo>
                <a:cubicBezTo>
                  <a:pt x="566" y="165"/>
                  <a:pt x="570" y="139"/>
                  <a:pt x="570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200040" y="5943600"/>
            <a:ext cx="231480" cy="239760"/>
          </a:xfrm>
          <a:custGeom>
            <a:avLst/>
            <a:gdLst>
              <a:gd name="textAreaLeft" fmla="*/ 0 w 231480"/>
              <a:gd name="textAreaRight" fmla="*/ 231840 w 231480"/>
              <a:gd name="textAreaTop" fmla="*/ 0 h 239760"/>
              <a:gd name="textAreaBottom" fmla="*/ 240120 h 239760"/>
            </a:gdLst>
            <a:ahLst/>
            <a:cxnLst/>
            <a:rect l="textAreaLeft" t="textAreaTop" r="textAreaRight" b="textAreaBottom"/>
            <a:pathLst>
              <a:path w="644" h="667">
                <a:moveTo>
                  <a:pt x="161" y="598"/>
                </a:moveTo>
                <a:cubicBezTo>
                  <a:pt x="161" y="613"/>
                  <a:pt x="176" y="621"/>
                  <a:pt x="204" y="624"/>
                </a:cubicBezTo>
                <a:cubicBezTo>
                  <a:pt x="215" y="624"/>
                  <a:pt x="221" y="627"/>
                  <a:pt x="221" y="634"/>
                </a:cubicBezTo>
                <a:cubicBezTo>
                  <a:pt x="221" y="635"/>
                  <a:pt x="220" y="639"/>
                  <a:pt x="219" y="646"/>
                </a:cubicBezTo>
                <a:cubicBezTo>
                  <a:pt x="217" y="655"/>
                  <a:pt x="215" y="660"/>
                  <a:pt x="213" y="663"/>
                </a:cubicBezTo>
                <a:cubicBezTo>
                  <a:pt x="212" y="665"/>
                  <a:pt x="208" y="667"/>
                  <a:pt x="201" y="667"/>
                </a:cubicBezTo>
                <a:cubicBezTo>
                  <a:pt x="200" y="667"/>
                  <a:pt x="196" y="667"/>
                  <a:pt x="190" y="667"/>
                </a:cubicBezTo>
                <a:cubicBezTo>
                  <a:pt x="184" y="667"/>
                  <a:pt x="173" y="666"/>
                  <a:pt x="159" y="666"/>
                </a:cubicBezTo>
                <a:cubicBezTo>
                  <a:pt x="144" y="665"/>
                  <a:pt x="124" y="665"/>
                  <a:pt x="99" y="665"/>
                </a:cubicBezTo>
                <a:cubicBezTo>
                  <a:pt x="55" y="665"/>
                  <a:pt x="27" y="665"/>
                  <a:pt x="14" y="667"/>
                </a:cubicBezTo>
                <a:lnTo>
                  <a:pt x="7" y="667"/>
                </a:lnTo>
                <a:cubicBezTo>
                  <a:pt x="3" y="662"/>
                  <a:pt x="0" y="659"/>
                  <a:pt x="0" y="656"/>
                </a:cubicBezTo>
                <a:cubicBezTo>
                  <a:pt x="2" y="640"/>
                  <a:pt x="6" y="629"/>
                  <a:pt x="13" y="624"/>
                </a:cubicBezTo>
                <a:lnTo>
                  <a:pt x="26" y="624"/>
                </a:lnTo>
                <a:cubicBezTo>
                  <a:pt x="69" y="622"/>
                  <a:pt x="101" y="607"/>
                  <a:pt x="120" y="577"/>
                </a:cubicBezTo>
                <a:cubicBezTo>
                  <a:pt x="124" y="574"/>
                  <a:pt x="180" y="479"/>
                  <a:pt x="289" y="293"/>
                </a:cubicBezTo>
                <a:cubicBezTo>
                  <a:pt x="397" y="107"/>
                  <a:pt x="454" y="13"/>
                  <a:pt x="455" y="11"/>
                </a:cubicBezTo>
                <a:cubicBezTo>
                  <a:pt x="460" y="3"/>
                  <a:pt x="467" y="0"/>
                  <a:pt x="478" y="0"/>
                </a:cubicBezTo>
                <a:lnTo>
                  <a:pt x="485" y="0"/>
                </a:lnTo>
                <a:lnTo>
                  <a:pt x="501" y="0"/>
                </a:lnTo>
                <a:cubicBezTo>
                  <a:pt x="505" y="5"/>
                  <a:pt x="507" y="8"/>
                  <a:pt x="507" y="9"/>
                </a:cubicBezTo>
                <a:lnTo>
                  <a:pt x="533" y="309"/>
                </a:lnTo>
                <a:cubicBezTo>
                  <a:pt x="550" y="511"/>
                  <a:pt x="559" y="612"/>
                  <a:pt x="561" y="614"/>
                </a:cubicBezTo>
                <a:cubicBezTo>
                  <a:pt x="564" y="620"/>
                  <a:pt x="584" y="624"/>
                  <a:pt x="621" y="624"/>
                </a:cubicBezTo>
                <a:cubicBezTo>
                  <a:pt x="637" y="624"/>
                  <a:pt x="644" y="627"/>
                  <a:pt x="644" y="633"/>
                </a:cubicBezTo>
                <a:cubicBezTo>
                  <a:pt x="644" y="634"/>
                  <a:pt x="643" y="639"/>
                  <a:pt x="642" y="646"/>
                </a:cubicBezTo>
                <a:cubicBezTo>
                  <a:pt x="640" y="656"/>
                  <a:pt x="638" y="661"/>
                  <a:pt x="637" y="663"/>
                </a:cubicBezTo>
                <a:cubicBezTo>
                  <a:pt x="636" y="665"/>
                  <a:pt x="631" y="666"/>
                  <a:pt x="624" y="667"/>
                </a:cubicBezTo>
                <a:cubicBezTo>
                  <a:pt x="622" y="667"/>
                  <a:pt x="618" y="667"/>
                  <a:pt x="611" y="667"/>
                </a:cubicBezTo>
                <a:cubicBezTo>
                  <a:pt x="604" y="667"/>
                  <a:pt x="592" y="666"/>
                  <a:pt x="575" y="666"/>
                </a:cubicBezTo>
                <a:cubicBezTo>
                  <a:pt x="557" y="665"/>
                  <a:pt x="535" y="665"/>
                  <a:pt x="507" y="665"/>
                </a:cubicBezTo>
                <a:cubicBezTo>
                  <a:pt x="448" y="665"/>
                  <a:pt x="409" y="665"/>
                  <a:pt x="391" y="667"/>
                </a:cubicBezTo>
                <a:lnTo>
                  <a:pt x="380" y="667"/>
                </a:lnTo>
                <a:cubicBezTo>
                  <a:pt x="376" y="663"/>
                  <a:pt x="374" y="660"/>
                  <a:pt x="374" y="658"/>
                </a:cubicBezTo>
                <a:cubicBezTo>
                  <a:pt x="374" y="656"/>
                  <a:pt x="375" y="651"/>
                  <a:pt x="376" y="642"/>
                </a:cubicBezTo>
                <a:cubicBezTo>
                  <a:pt x="379" y="633"/>
                  <a:pt x="381" y="629"/>
                  <a:pt x="382" y="627"/>
                </a:cubicBezTo>
                <a:lnTo>
                  <a:pt x="386" y="624"/>
                </a:lnTo>
                <a:lnTo>
                  <a:pt x="404" y="624"/>
                </a:lnTo>
                <a:cubicBezTo>
                  <a:pt x="439" y="622"/>
                  <a:pt x="459" y="617"/>
                  <a:pt x="465" y="608"/>
                </a:cubicBezTo>
                <a:lnTo>
                  <a:pt x="454" y="468"/>
                </a:lnTo>
                <a:lnTo>
                  <a:pt x="231" y="468"/>
                </a:lnTo>
                <a:lnTo>
                  <a:pt x="200" y="522"/>
                </a:lnTo>
                <a:cubicBezTo>
                  <a:pt x="174" y="565"/>
                  <a:pt x="161" y="590"/>
                  <a:pt x="161" y="598"/>
                </a:cubicBezTo>
                <a:moveTo>
                  <a:pt x="449" y="424"/>
                </a:moveTo>
                <a:cubicBezTo>
                  <a:pt x="449" y="417"/>
                  <a:pt x="445" y="369"/>
                  <a:pt x="438" y="279"/>
                </a:cubicBezTo>
                <a:cubicBezTo>
                  <a:pt x="430" y="189"/>
                  <a:pt x="426" y="143"/>
                  <a:pt x="425" y="143"/>
                </a:cubicBezTo>
                <a:lnTo>
                  <a:pt x="399" y="183"/>
                </a:lnTo>
                <a:cubicBezTo>
                  <a:pt x="389" y="200"/>
                  <a:pt x="369" y="233"/>
                  <a:pt x="340" y="282"/>
                </a:cubicBezTo>
                <a:lnTo>
                  <a:pt x="256" y="424"/>
                </a:lnTo>
                <a:lnTo>
                  <a:pt x="352" y="425"/>
                </a:lnTo>
                <a:cubicBezTo>
                  <a:pt x="416" y="425"/>
                  <a:pt x="449" y="424"/>
                  <a:pt x="449" y="42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456360" y="5947200"/>
            <a:ext cx="237960" cy="243360"/>
          </a:xfrm>
          <a:custGeom>
            <a:avLst/>
            <a:gdLst>
              <a:gd name="textAreaLeft" fmla="*/ 0 w 237960"/>
              <a:gd name="textAreaRight" fmla="*/ 238320 w 237960"/>
              <a:gd name="textAreaTop" fmla="*/ 0 h 243360"/>
              <a:gd name="textAreaBottom" fmla="*/ 243720 h 243360"/>
            </a:gdLst>
            <a:ahLst/>
            <a:cxnLst/>
            <a:rect l="textAreaLeft" t="textAreaTop" r="textAreaRight" b="textAreaBottom"/>
            <a:pathLst>
              <a:path w="662" h="677">
                <a:moveTo>
                  <a:pt x="0" y="422"/>
                </a:moveTo>
                <a:cubicBezTo>
                  <a:pt x="0" y="351"/>
                  <a:pt x="21" y="282"/>
                  <a:pt x="62" y="217"/>
                </a:cubicBezTo>
                <a:cubicBezTo>
                  <a:pt x="104" y="151"/>
                  <a:pt x="156" y="99"/>
                  <a:pt x="220" y="60"/>
                </a:cubicBezTo>
                <a:cubicBezTo>
                  <a:pt x="283" y="21"/>
                  <a:pt x="346" y="1"/>
                  <a:pt x="410" y="1"/>
                </a:cubicBezTo>
                <a:cubicBezTo>
                  <a:pt x="465" y="1"/>
                  <a:pt x="510" y="17"/>
                  <a:pt x="543" y="49"/>
                </a:cubicBezTo>
                <a:cubicBezTo>
                  <a:pt x="548" y="55"/>
                  <a:pt x="553" y="61"/>
                  <a:pt x="557" y="65"/>
                </a:cubicBezTo>
                <a:cubicBezTo>
                  <a:pt x="560" y="69"/>
                  <a:pt x="563" y="72"/>
                  <a:pt x="564" y="74"/>
                </a:cubicBezTo>
                <a:lnTo>
                  <a:pt x="565" y="77"/>
                </a:lnTo>
                <a:cubicBezTo>
                  <a:pt x="567" y="77"/>
                  <a:pt x="575" y="69"/>
                  <a:pt x="590" y="53"/>
                </a:cubicBezTo>
                <a:cubicBezTo>
                  <a:pt x="594" y="49"/>
                  <a:pt x="599" y="45"/>
                  <a:pt x="604" y="39"/>
                </a:cubicBezTo>
                <a:cubicBezTo>
                  <a:pt x="609" y="34"/>
                  <a:pt x="614" y="29"/>
                  <a:pt x="619" y="24"/>
                </a:cubicBezTo>
                <a:cubicBezTo>
                  <a:pt x="624" y="19"/>
                  <a:pt x="627" y="16"/>
                  <a:pt x="628" y="14"/>
                </a:cubicBezTo>
                <a:lnTo>
                  <a:pt x="643" y="0"/>
                </a:lnTo>
                <a:lnTo>
                  <a:pt x="649" y="0"/>
                </a:lnTo>
                <a:cubicBezTo>
                  <a:pt x="657" y="0"/>
                  <a:pt x="662" y="2"/>
                  <a:pt x="662" y="6"/>
                </a:cubicBezTo>
                <a:cubicBezTo>
                  <a:pt x="662" y="9"/>
                  <a:pt x="652" y="52"/>
                  <a:pt x="632" y="135"/>
                </a:cubicBezTo>
                <a:cubicBezTo>
                  <a:pt x="609" y="221"/>
                  <a:pt x="597" y="264"/>
                  <a:pt x="597" y="265"/>
                </a:cubicBezTo>
                <a:cubicBezTo>
                  <a:pt x="596" y="268"/>
                  <a:pt x="595" y="270"/>
                  <a:pt x="593" y="271"/>
                </a:cubicBezTo>
                <a:cubicBezTo>
                  <a:pt x="591" y="271"/>
                  <a:pt x="585" y="272"/>
                  <a:pt x="576" y="272"/>
                </a:cubicBezTo>
                <a:lnTo>
                  <a:pt x="561" y="272"/>
                </a:lnTo>
                <a:cubicBezTo>
                  <a:pt x="557" y="269"/>
                  <a:pt x="556" y="266"/>
                  <a:pt x="556" y="264"/>
                </a:cubicBezTo>
                <a:cubicBezTo>
                  <a:pt x="556" y="263"/>
                  <a:pt x="556" y="261"/>
                  <a:pt x="557" y="258"/>
                </a:cubicBezTo>
                <a:cubicBezTo>
                  <a:pt x="557" y="254"/>
                  <a:pt x="558" y="248"/>
                  <a:pt x="558" y="239"/>
                </a:cubicBezTo>
                <a:cubicBezTo>
                  <a:pt x="559" y="230"/>
                  <a:pt x="559" y="220"/>
                  <a:pt x="559" y="209"/>
                </a:cubicBezTo>
                <a:cubicBezTo>
                  <a:pt x="559" y="165"/>
                  <a:pt x="549" y="127"/>
                  <a:pt x="530" y="94"/>
                </a:cubicBezTo>
                <a:cubicBezTo>
                  <a:pt x="510" y="61"/>
                  <a:pt x="476" y="44"/>
                  <a:pt x="428" y="44"/>
                </a:cubicBezTo>
                <a:cubicBezTo>
                  <a:pt x="412" y="44"/>
                  <a:pt x="395" y="46"/>
                  <a:pt x="376" y="50"/>
                </a:cubicBezTo>
                <a:cubicBezTo>
                  <a:pt x="357" y="54"/>
                  <a:pt x="335" y="62"/>
                  <a:pt x="309" y="72"/>
                </a:cubicBezTo>
                <a:cubicBezTo>
                  <a:pt x="283" y="83"/>
                  <a:pt x="257" y="100"/>
                  <a:pt x="232" y="125"/>
                </a:cubicBezTo>
                <a:cubicBezTo>
                  <a:pt x="206" y="149"/>
                  <a:pt x="184" y="178"/>
                  <a:pt x="164" y="211"/>
                </a:cubicBezTo>
                <a:cubicBezTo>
                  <a:pt x="144" y="246"/>
                  <a:pt x="128" y="288"/>
                  <a:pt x="116" y="335"/>
                </a:cubicBezTo>
                <a:cubicBezTo>
                  <a:pt x="105" y="382"/>
                  <a:pt x="99" y="420"/>
                  <a:pt x="99" y="450"/>
                </a:cubicBezTo>
                <a:cubicBezTo>
                  <a:pt x="99" y="521"/>
                  <a:pt x="122" y="572"/>
                  <a:pt x="169" y="603"/>
                </a:cubicBezTo>
                <a:cubicBezTo>
                  <a:pt x="199" y="624"/>
                  <a:pt x="236" y="634"/>
                  <a:pt x="279" y="634"/>
                </a:cubicBezTo>
                <a:cubicBezTo>
                  <a:pt x="336" y="634"/>
                  <a:pt x="386" y="613"/>
                  <a:pt x="430" y="571"/>
                </a:cubicBezTo>
                <a:cubicBezTo>
                  <a:pt x="474" y="529"/>
                  <a:pt x="503" y="483"/>
                  <a:pt x="517" y="433"/>
                </a:cubicBezTo>
                <a:cubicBezTo>
                  <a:pt x="520" y="425"/>
                  <a:pt x="522" y="421"/>
                  <a:pt x="523" y="419"/>
                </a:cubicBezTo>
                <a:cubicBezTo>
                  <a:pt x="524" y="418"/>
                  <a:pt x="529" y="418"/>
                  <a:pt x="538" y="418"/>
                </a:cubicBezTo>
                <a:cubicBezTo>
                  <a:pt x="550" y="418"/>
                  <a:pt x="557" y="420"/>
                  <a:pt x="557" y="426"/>
                </a:cubicBezTo>
                <a:cubicBezTo>
                  <a:pt x="557" y="429"/>
                  <a:pt x="556" y="432"/>
                  <a:pt x="556" y="434"/>
                </a:cubicBezTo>
                <a:cubicBezTo>
                  <a:pt x="538" y="501"/>
                  <a:pt x="499" y="558"/>
                  <a:pt x="440" y="606"/>
                </a:cubicBezTo>
                <a:cubicBezTo>
                  <a:pt x="381" y="653"/>
                  <a:pt x="318" y="677"/>
                  <a:pt x="250" y="677"/>
                </a:cubicBezTo>
                <a:cubicBezTo>
                  <a:pt x="180" y="677"/>
                  <a:pt x="121" y="654"/>
                  <a:pt x="73" y="607"/>
                </a:cubicBezTo>
                <a:cubicBezTo>
                  <a:pt x="24" y="561"/>
                  <a:pt x="0" y="499"/>
                  <a:pt x="0" y="4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704760" y="5954400"/>
            <a:ext cx="287280" cy="228960"/>
          </a:xfrm>
          <a:custGeom>
            <a:avLst/>
            <a:gdLst>
              <a:gd name="textAreaLeft" fmla="*/ 0 w 287280"/>
              <a:gd name="textAreaRight" fmla="*/ 287640 w 287280"/>
              <a:gd name="textAreaTop" fmla="*/ 0 h 228960"/>
              <a:gd name="textAreaBottom" fmla="*/ 229320 h 228960"/>
            </a:gdLst>
            <a:ahLst/>
            <a:cxnLst/>
            <a:rect l="textAreaLeft" t="textAreaTop" r="textAreaRight" b="textAreaBottom"/>
            <a:pathLst>
              <a:path w="799" h="637">
                <a:moveTo>
                  <a:pt x="236" y="51"/>
                </a:moveTo>
                <a:cubicBezTo>
                  <a:pt x="236" y="47"/>
                  <a:pt x="218" y="44"/>
                  <a:pt x="183" y="43"/>
                </a:cubicBezTo>
                <a:cubicBezTo>
                  <a:pt x="169" y="43"/>
                  <a:pt x="159" y="43"/>
                  <a:pt x="155" y="42"/>
                </a:cubicBezTo>
                <a:cubicBezTo>
                  <a:pt x="151" y="41"/>
                  <a:pt x="148" y="39"/>
                  <a:pt x="148" y="34"/>
                </a:cubicBezTo>
                <a:cubicBezTo>
                  <a:pt x="148" y="32"/>
                  <a:pt x="149" y="28"/>
                  <a:pt x="150" y="21"/>
                </a:cubicBezTo>
                <a:cubicBezTo>
                  <a:pt x="154" y="8"/>
                  <a:pt x="157" y="2"/>
                  <a:pt x="160" y="1"/>
                </a:cubicBezTo>
                <a:cubicBezTo>
                  <a:pt x="161" y="1"/>
                  <a:pt x="164" y="0"/>
                  <a:pt x="170" y="0"/>
                </a:cubicBezTo>
                <a:lnTo>
                  <a:pt x="174" y="0"/>
                </a:lnTo>
                <a:cubicBezTo>
                  <a:pt x="200" y="1"/>
                  <a:pt x="242" y="2"/>
                  <a:pt x="301" y="2"/>
                </a:cubicBezTo>
                <a:cubicBezTo>
                  <a:pt x="322" y="2"/>
                  <a:pt x="342" y="2"/>
                  <a:pt x="360" y="2"/>
                </a:cubicBezTo>
                <a:cubicBezTo>
                  <a:pt x="378" y="2"/>
                  <a:pt x="392" y="2"/>
                  <a:pt x="402" y="1"/>
                </a:cubicBezTo>
                <a:cubicBezTo>
                  <a:pt x="411" y="1"/>
                  <a:pt x="418" y="1"/>
                  <a:pt x="420" y="1"/>
                </a:cubicBezTo>
                <a:cubicBezTo>
                  <a:pt x="431" y="1"/>
                  <a:pt x="436" y="4"/>
                  <a:pt x="436" y="9"/>
                </a:cubicBezTo>
                <a:cubicBezTo>
                  <a:pt x="436" y="12"/>
                  <a:pt x="435" y="16"/>
                  <a:pt x="433" y="22"/>
                </a:cubicBezTo>
                <a:cubicBezTo>
                  <a:pt x="433" y="23"/>
                  <a:pt x="432" y="25"/>
                  <a:pt x="432" y="27"/>
                </a:cubicBezTo>
                <a:cubicBezTo>
                  <a:pt x="432" y="30"/>
                  <a:pt x="432" y="32"/>
                  <a:pt x="431" y="33"/>
                </a:cubicBezTo>
                <a:cubicBezTo>
                  <a:pt x="431" y="34"/>
                  <a:pt x="430" y="35"/>
                  <a:pt x="429" y="37"/>
                </a:cubicBezTo>
                <a:cubicBezTo>
                  <a:pt x="429" y="38"/>
                  <a:pt x="428" y="39"/>
                  <a:pt x="427" y="39"/>
                </a:cubicBezTo>
                <a:cubicBezTo>
                  <a:pt x="425" y="40"/>
                  <a:pt x="424" y="41"/>
                  <a:pt x="423" y="41"/>
                </a:cubicBezTo>
                <a:cubicBezTo>
                  <a:pt x="422" y="42"/>
                  <a:pt x="419" y="42"/>
                  <a:pt x="416" y="42"/>
                </a:cubicBezTo>
                <a:cubicBezTo>
                  <a:pt x="413" y="42"/>
                  <a:pt x="410" y="42"/>
                  <a:pt x="408" y="43"/>
                </a:cubicBezTo>
                <a:cubicBezTo>
                  <a:pt x="406" y="44"/>
                  <a:pt x="401" y="44"/>
                  <a:pt x="395" y="43"/>
                </a:cubicBezTo>
                <a:cubicBezTo>
                  <a:pt x="370" y="44"/>
                  <a:pt x="354" y="45"/>
                  <a:pt x="348" y="46"/>
                </a:cubicBezTo>
                <a:cubicBezTo>
                  <a:pt x="341" y="47"/>
                  <a:pt x="335" y="50"/>
                  <a:pt x="331" y="56"/>
                </a:cubicBezTo>
                <a:lnTo>
                  <a:pt x="255" y="353"/>
                </a:lnTo>
                <a:cubicBezTo>
                  <a:pt x="256" y="353"/>
                  <a:pt x="313" y="308"/>
                  <a:pt x="427" y="218"/>
                </a:cubicBezTo>
                <a:cubicBezTo>
                  <a:pt x="541" y="129"/>
                  <a:pt x="599" y="83"/>
                  <a:pt x="603" y="80"/>
                </a:cubicBezTo>
                <a:cubicBezTo>
                  <a:pt x="611" y="72"/>
                  <a:pt x="616" y="64"/>
                  <a:pt x="616" y="59"/>
                </a:cubicBezTo>
                <a:cubicBezTo>
                  <a:pt x="616" y="50"/>
                  <a:pt x="608" y="44"/>
                  <a:pt x="592" y="43"/>
                </a:cubicBezTo>
                <a:cubicBezTo>
                  <a:pt x="582" y="43"/>
                  <a:pt x="577" y="40"/>
                  <a:pt x="577" y="33"/>
                </a:cubicBezTo>
                <a:cubicBezTo>
                  <a:pt x="577" y="32"/>
                  <a:pt x="578" y="27"/>
                  <a:pt x="580" y="20"/>
                </a:cubicBezTo>
                <a:cubicBezTo>
                  <a:pt x="582" y="12"/>
                  <a:pt x="584" y="8"/>
                  <a:pt x="585" y="6"/>
                </a:cubicBezTo>
                <a:cubicBezTo>
                  <a:pt x="587" y="3"/>
                  <a:pt x="592" y="1"/>
                  <a:pt x="601" y="1"/>
                </a:cubicBezTo>
                <a:cubicBezTo>
                  <a:pt x="603" y="1"/>
                  <a:pt x="614" y="1"/>
                  <a:pt x="633" y="2"/>
                </a:cubicBezTo>
                <a:cubicBezTo>
                  <a:pt x="652" y="3"/>
                  <a:pt x="677" y="3"/>
                  <a:pt x="708" y="3"/>
                </a:cubicBezTo>
                <a:cubicBezTo>
                  <a:pt x="722" y="3"/>
                  <a:pt x="737" y="3"/>
                  <a:pt x="752" y="2"/>
                </a:cubicBezTo>
                <a:cubicBezTo>
                  <a:pt x="768" y="1"/>
                  <a:pt x="777" y="1"/>
                  <a:pt x="780" y="1"/>
                </a:cubicBezTo>
                <a:cubicBezTo>
                  <a:pt x="793" y="1"/>
                  <a:pt x="799" y="4"/>
                  <a:pt x="799" y="10"/>
                </a:cubicBezTo>
                <a:cubicBezTo>
                  <a:pt x="799" y="24"/>
                  <a:pt x="796" y="33"/>
                  <a:pt x="791" y="38"/>
                </a:cubicBezTo>
                <a:cubicBezTo>
                  <a:pt x="790" y="41"/>
                  <a:pt x="784" y="43"/>
                  <a:pt x="774" y="43"/>
                </a:cubicBezTo>
                <a:cubicBezTo>
                  <a:pt x="727" y="46"/>
                  <a:pt x="685" y="62"/>
                  <a:pt x="647" y="90"/>
                </a:cubicBezTo>
                <a:cubicBezTo>
                  <a:pt x="637" y="97"/>
                  <a:pt x="616" y="113"/>
                  <a:pt x="582" y="139"/>
                </a:cubicBezTo>
                <a:cubicBezTo>
                  <a:pt x="549" y="165"/>
                  <a:pt x="518" y="189"/>
                  <a:pt x="489" y="212"/>
                </a:cubicBezTo>
                <a:lnTo>
                  <a:pt x="444" y="247"/>
                </a:lnTo>
                <a:lnTo>
                  <a:pt x="453" y="267"/>
                </a:lnTo>
                <a:cubicBezTo>
                  <a:pt x="458" y="281"/>
                  <a:pt x="467" y="303"/>
                  <a:pt x="479" y="331"/>
                </a:cubicBezTo>
                <a:cubicBezTo>
                  <a:pt x="492" y="358"/>
                  <a:pt x="502" y="385"/>
                  <a:pt x="512" y="410"/>
                </a:cubicBezTo>
                <a:cubicBezTo>
                  <a:pt x="559" y="519"/>
                  <a:pt x="584" y="576"/>
                  <a:pt x="587" y="580"/>
                </a:cubicBezTo>
                <a:cubicBezTo>
                  <a:pt x="588" y="581"/>
                  <a:pt x="590" y="582"/>
                  <a:pt x="591" y="584"/>
                </a:cubicBezTo>
                <a:cubicBezTo>
                  <a:pt x="600" y="590"/>
                  <a:pt x="616" y="593"/>
                  <a:pt x="639" y="594"/>
                </a:cubicBezTo>
                <a:lnTo>
                  <a:pt x="658" y="594"/>
                </a:lnTo>
                <a:cubicBezTo>
                  <a:pt x="662" y="599"/>
                  <a:pt x="664" y="602"/>
                  <a:pt x="664" y="602"/>
                </a:cubicBezTo>
                <a:cubicBezTo>
                  <a:pt x="664" y="603"/>
                  <a:pt x="663" y="608"/>
                  <a:pt x="661" y="619"/>
                </a:cubicBezTo>
                <a:cubicBezTo>
                  <a:pt x="659" y="627"/>
                  <a:pt x="656" y="633"/>
                  <a:pt x="652" y="637"/>
                </a:cubicBezTo>
                <a:lnTo>
                  <a:pt x="642" y="637"/>
                </a:lnTo>
                <a:cubicBezTo>
                  <a:pt x="617" y="635"/>
                  <a:pt x="587" y="634"/>
                  <a:pt x="553" y="634"/>
                </a:cubicBezTo>
                <a:cubicBezTo>
                  <a:pt x="477" y="634"/>
                  <a:pt x="434" y="635"/>
                  <a:pt x="425" y="637"/>
                </a:cubicBezTo>
                <a:lnTo>
                  <a:pt x="415" y="637"/>
                </a:lnTo>
                <a:cubicBezTo>
                  <a:pt x="412" y="633"/>
                  <a:pt x="410" y="630"/>
                  <a:pt x="410" y="628"/>
                </a:cubicBezTo>
                <a:cubicBezTo>
                  <a:pt x="410" y="626"/>
                  <a:pt x="410" y="621"/>
                  <a:pt x="412" y="612"/>
                </a:cubicBezTo>
                <a:cubicBezTo>
                  <a:pt x="414" y="603"/>
                  <a:pt x="416" y="599"/>
                  <a:pt x="417" y="597"/>
                </a:cubicBezTo>
                <a:cubicBezTo>
                  <a:pt x="419" y="595"/>
                  <a:pt x="422" y="594"/>
                  <a:pt x="428" y="594"/>
                </a:cubicBezTo>
                <a:lnTo>
                  <a:pt x="430" y="594"/>
                </a:lnTo>
                <a:cubicBezTo>
                  <a:pt x="461" y="594"/>
                  <a:pt x="477" y="586"/>
                  <a:pt x="477" y="571"/>
                </a:cubicBezTo>
                <a:cubicBezTo>
                  <a:pt x="477" y="568"/>
                  <a:pt x="468" y="546"/>
                  <a:pt x="452" y="505"/>
                </a:cubicBezTo>
                <a:cubicBezTo>
                  <a:pt x="435" y="465"/>
                  <a:pt x="425" y="441"/>
                  <a:pt x="422" y="436"/>
                </a:cubicBezTo>
                <a:lnTo>
                  <a:pt x="368" y="307"/>
                </a:lnTo>
                <a:lnTo>
                  <a:pt x="305" y="357"/>
                </a:lnTo>
                <a:lnTo>
                  <a:pt x="241" y="406"/>
                </a:lnTo>
                <a:lnTo>
                  <a:pt x="220" y="492"/>
                </a:lnTo>
                <a:cubicBezTo>
                  <a:pt x="206" y="550"/>
                  <a:pt x="199" y="580"/>
                  <a:pt x="199" y="583"/>
                </a:cubicBezTo>
                <a:cubicBezTo>
                  <a:pt x="199" y="587"/>
                  <a:pt x="201" y="590"/>
                  <a:pt x="206" y="591"/>
                </a:cubicBezTo>
                <a:cubicBezTo>
                  <a:pt x="211" y="592"/>
                  <a:pt x="227" y="593"/>
                  <a:pt x="253" y="594"/>
                </a:cubicBezTo>
                <a:lnTo>
                  <a:pt x="281" y="594"/>
                </a:lnTo>
                <a:cubicBezTo>
                  <a:pt x="285" y="599"/>
                  <a:pt x="287" y="603"/>
                  <a:pt x="287" y="604"/>
                </a:cubicBezTo>
                <a:cubicBezTo>
                  <a:pt x="287" y="614"/>
                  <a:pt x="285" y="623"/>
                  <a:pt x="281" y="632"/>
                </a:cubicBezTo>
                <a:cubicBezTo>
                  <a:pt x="277" y="635"/>
                  <a:pt x="272" y="637"/>
                  <a:pt x="266" y="637"/>
                </a:cubicBezTo>
                <a:cubicBezTo>
                  <a:pt x="264" y="637"/>
                  <a:pt x="252" y="636"/>
                  <a:pt x="231" y="636"/>
                </a:cubicBezTo>
                <a:cubicBezTo>
                  <a:pt x="210" y="635"/>
                  <a:pt x="179" y="635"/>
                  <a:pt x="138" y="635"/>
                </a:cubicBezTo>
                <a:cubicBezTo>
                  <a:pt x="100" y="635"/>
                  <a:pt x="70" y="635"/>
                  <a:pt x="50" y="635"/>
                </a:cubicBezTo>
                <a:cubicBezTo>
                  <a:pt x="29" y="635"/>
                  <a:pt x="18" y="635"/>
                  <a:pt x="16" y="636"/>
                </a:cubicBezTo>
                <a:cubicBezTo>
                  <a:pt x="5" y="636"/>
                  <a:pt x="0" y="633"/>
                  <a:pt x="0" y="626"/>
                </a:cubicBezTo>
                <a:cubicBezTo>
                  <a:pt x="0" y="625"/>
                  <a:pt x="1" y="621"/>
                  <a:pt x="2" y="613"/>
                </a:cubicBezTo>
                <a:cubicBezTo>
                  <a:pt x="5" y="603"/>
                  <a:pt x="7" y="598"/>
                  <a:pt x="10" y="597"/>
                </a:cubicBezTo>
                <a:cubicBezTo>
                  <a:pt x="12" y="595"/>
                  <a:pt x="19" y="595"/>
                  <a:pt x="31" y="594"/>
                </a:cubicBezTo>
                <a:cubicBezTo>
                  <a:pt x="48" y="594"/>
                  <a:pt x="67" y="593"/>
                  <a:pt x="87" y="591"/>
                </a:cubicBezTo>
                <a:cubicBezTo>
                  <a:pt x="96" y="589"/>
                  <a:pt x="102" y="586"/>
                  <a:pt x="105" y="580"/>
                </a:cubicBezTo>
                <a:cubicBezTo>
                  <a:pt x="107" y="577"/>
                  <a:pt x="129" y="491"/>
                  <a:pt x="172" y="321"/>
                </a:cubicBezTo>
                <a:cubicBezTo>
                  <a:pt x="214" y="150"/>
                  <a:pt x="236" y="61"/>
                  <a:pt x="236" y="5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300320" y="5886360"/>
            <a:ext cx="1377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Package |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047600" y="263808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747720" y="1604160"/>
            <a:ext cx="746712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The "Generalized Object" Solution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300320" y="2486160"/>
            <a:ext cx="97498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Extended Nested Arrays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Uniﬁed data structure for Workspaces, Files, and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047600" y="353376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300320" y="2895480"/>
            <a:ext cx="13309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Functions.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047600" y="401940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300320" y="3381480"/>
            <a:ext cx="62938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Domain of subscripts extended to nested arrays.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047600" y="45050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8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8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300320" y="3867120"/>
            <a:ext cx="52826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Objects shareable by multiple processes.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047600" y="498132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8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8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300320" y="4352760"/>
            <a:ext cx="52232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Access matrix at every node for security.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300320" y="4829040"/>
            <a:ext cx="8717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Result: A workspace becomes a niladic function returning no result.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47720" y="1604160"/>
            <a:ext cx="101253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Meta programming: The Hack that condensed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047600" y="319068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747720" y="2156400"/>
            <a:ext cx="29163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the language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300320" y="3038400"/>
            <a:ext cx="99950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Concept: "What if you could rewrite the interpreter on the ﬂy, without leaving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047600" y="408600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300320" y="3448080"/>
            <a:ext cx="19465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language?"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6781320" y="4057560"/>
            <a:ext cx="297360" cy="174600"/>
          </a:xfrm>
          <a:custGeom>
            <a:avLst/>
            <a:gdLst>
              <a:gd name="textAreaLeft" fmla="*/ 0 w 297360"/>
              <a:gd name="textAreaRight" fmla="*/ 297720 w 297360"/>
              <a:gd name="textAreaTop" fmla="*/ 0 h 174600"/>
              <a:gd name="textAreaBottom" fmla="*/ 174960 h 174600"/>
            </a:gdLst>
            <a:ahLst/>
            <a:cxnLst/>
            <a:rect l="textAreaLeft" t="textAreaTop" r="textAreaRight" b="textAreaBottom"/>
            <a:pathLst>
              <a:path w="827" h="486">
                <a:moveTo>
                  <a:pt x="13" y="225"/>
                </a:moveTo>
                <a:lnTo>
                  <a:pt x="725" y="225"/>
                </a:lnTo>
                <a:cubicBezTo>
                  <a:pt x="654" y="171"/>
                  <a:pt x="609" y="101"/>
                  <a:pt x="593" y="16"/>
                </a:cubicBezTo>
                <a:lnTo>
                  <a:pt x="593" y="14"/>
                </a:lnTo>
                <a:cubicBezTo>
                  <a:pt x="593" y="12"/>
                  <a:pt x="592" y="12"/>
                  <a:pt x="592" y="11"/>
                </a:cubicBezTo>
                <a:cubicBezTo>
                  <a:pt x="592" y="3"/>
                  <a:pt x="597" y="0"/>
                  <a:pt x="607" y="0"/>
                </a:cubicBezTo>
                <a:lnTo>
                  <a:pt x="610" y="0"/>
                </a:lnTo>
                <a:cubicBezTo>
                  <a:pt x="616" y="0"/>
                  <a:pt x="619" y="0"/>
                  <a:pt x="621" y="1"/>
                </a:cubicBezTo>
                <a:cubicBezTo>
                  <a:pt x="623" y="1"/>
                  <a:pt x="625" y="3"/>
                  <a:pt x="627" y="4"/>
                </a:cubicBezTo>
                <a:cubicBezTo>
                  <a:pt x="629" y="6"/>
                  <a:pt x="630" y="9"/>
                  <a:pt x="630" y="13"/>
                </a:cubicBezTo>
                <a:cubicBezTo>
                  <a:pt x="630" y="16"/>
                  <a:pt x="631" y="21"/>
                  <a:pt x="633" y="28"/>
                </a:cubicBezTo>
                <a:cubicBezTo>
                  <a:pt x="634" y="34"/>
                  <a:pt x="637" y="42"/>
                  <a:pt x="640" y="51"/>
                </a:cubicBezTo>
                <a:cubicBezTo>
                  <a:pt x="654" y="92"/>
                  <a:pt x="676" y="131"/>
                  <a:pt x="708" y="163"/>
                </a:cubicBezTo>
                <a:cubicBezTo>
                  <a:pt x="739" y="196"/>
                  <a:pt x="776" y="220"/>
                  <a:pt x="818" y="233"/>
                </a:cubicBezTo>
                <a:cubicBezTo>
                  <a:pt x="824" y="235"/>
                  <a:pt x="827" y="238"/>
                  <a:pt x="827" y="243"/>
                </a:cubicBezTo>
                <a:cubicBezTo>
                  <a:pt x="827" y="247"/>
                  <a:pt x="825" y="250"/>
                  <a:pt x="822" y="252"/>
                </a:cubicBezTo>
                <a:cubicBezTo>
                  <a:pt x="819" y="254"/>
                  <a:pt x="812" y="257"/>
                  <a:pt x="800" y="261"/>
                </a:cubicBezTo>
                <a:cubicBezTo>
                  <a:pt x="788" y="265"/>
                  <a:pt x="776" y="271"/>
                  <a:pt x="765" y="279"/>
                </a:cubicBezTo>
                <a:cubicBezTo>
                  <a:pt x="739" y="295"/>
                  <a:pt x="717" y="313"/>
                  <a:pt x="699" y="335"/>
                </a:cubicBezTo>
                <a:cubicBezTo>
                  <a:pt x="680" y="356"/>
                  <a:pt x="666" y="376"/>
                  <a:pt x="657" y="397"/>
                </a:cubicBezTo>
                <a:cubicBezTo>
                  <a:pt x="647" y="417"/>
                  <a:pt x="641" y="433"/>
                  <a:pt x="637" y="443"/>
                </a:cubicBezTo>
                <a:cubicBezTo>
                  <a:pt x="633" y="454"/>
                  <a:pt x="631" y="463"/>
                  <a:pt x="630" y="472"/>
                </a:cubicBezTo>
                <a:cubicBezTo>
                  <a:pt x="628" y="478"/>
                  <a:pt x="627" y="482"/>
                  <a:pt x="625" y="483"/>
                </a:cubicBezTo>
                <a:cubicBezTo>
                  <a:pt x="623" y="485"/>
                  <a:pt x="618" y="485"/>
                  <a:pt x="610" y="486"/>
                </a:cubicBezTo>
                <a:cubicBezTo>
                  <a:pt x="598" y="486"/>
                  <a:pt x="592" y="483"/>
                  <a:pt x="592" y="476"/>
                </a:cubicBezTo>
                <a:cubicBezTo>
                  <a:pt x="592" y="472"/>
                  <a:pt x="593" y="464"/>
                  <a:pt x="596" y="453"/>
                </a:cubicBezTo>
                <a:cubicBezTo>
                  <a:pt x="616" y="375"/>
                  <a:pt x="659" y="311"/>
                  <a:pt x="725" y="262"/>
                </a:cubicBezTo>
                <a:lnTo>
                  <a:pt x="13" y="262"/>
                </a:lnTo>
                <a:cubicBezTo>
                  <a:pt x="5" y="258"/>
                  <a:pt x="0" y="251"/>
                  <a:pt x="0" y="243"/>
                </a:cubicBezTo>
                <a:cubicBezTo>
                  <a:pt x="0" y="235"/>
                  <a:pt x="5" y="229"/>
                  <a:pt x="13" y="22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300320" y="3933720"/>
            <a:ext cx="54831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Transformation: Standard APL Workspace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047600" y="45716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095240" y="3933720"/>
            <a:ext cx="25056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Virtual Interpreter.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300320" y="4419720"/>
            <a:ext cx="89193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Principle: Virtual interpreter can be arbitrarily diﬀerent from the host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300320" y="4829040"/>
            <a:ext cx="14932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interpreter.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1775600" y="6327720"/>
            <a:ext cx="227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047600" y="29048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10280" y="1371600"/>
            <a:ext cx="706212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Enter the "Virus Function" (VFN)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1300320" y="2752560"/>
            <a:ext cx="92768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Injection Point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Single standardized statement inserted at the absolute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1047600" y="380016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300320" y="3171960"/>
            <a:ext cx="46180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beginning of a Host Function (HFN).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2904840" y="3705120"/>
            <a:ext cx="885960" cy="352440"/>
          </a:xfrm>
          <a:custGeom>
            <a:avLst/>
            <a:gdLst>
              <a:gd name="textAreaLeft" fmla="*/ 0 w 885960"/>
              <a:gd name="textAreaRight" fmla="*/ 886320 w 885960"/>
              <a:gd name="textAreaTop" fmla="*/ 0 h 352440"/>
              <a:gd name="textAreaBottom" fmla="*/ 352800 h 352440"/>
            </a:gdLst>
            <a:ahLst/>
            <a:cxnLst/>
            <a:rect l="textAreaLeft" t="textAreaTop" r="textAreaRight" b="textAreaBottom"/>
            <a:pathLst>
              <a:path w="2462" h="980">
                <a:moveTo>
                  <a:pt x="0" y="82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03" y="0"/>
                </a:lnTo>
                <a:cubicBezTo>
                  <a:pt x="2314" y="0"/>
                  <a:pt x="2324" y="1"/>
                  <a:pt x="2334" y="3"/>
                </a:cubicBezTo>
                <a:cubicBezTo>
                  <a:pt x="2344" y="5"/>
                  <a:pt x="2354" y="8"/>
                  <a:pt x="2364" y="12"/>
                </a:cubicBezTo>
                <a:cubicBezTo>
                  <a:pt x="2374" y="16"/>
                  <a:pt x="2383" y="21"/>
                  <a:pt x="2391" y="27"/>
                </a:cubicBezTo>
                <a:cubicBezTo>
                  <a:pt x="2400" y="32"/>
                  <a:pt x="2408" y="39"/>
                  <a:pt x="2415" y="46"/>
                </a:cubicBezTo>
                <a:cubicBezTo>
                  <a:pt x="2423" y="54"/>
                  <a:pt x="2429" y="62"/>
                  <a:pt x="2435" y="70"/>
                </a:cubicBezTo>
                <a:cubicBezTo>
                  <a:pt x="2441" y="79"/>
                  <a:pt x="2446" y="88"/>
                  <a:pt x="2450" y="98"/>
                </a:cubicBezTo>
                <a:cubicBezTo>
                  <a:pt x="2454" y="107"/>
                  <a:pt x="2457" y="117"/>
                  <a:pt x="2459" y="128"/>
                </a:cubicBezTo>
                <a:cubicBezTo>
                  <a:pt x="2461" y="138"/>
                  <a:pt x="2462" y="148"/>
                  <a:pt x="2462" y="159"/>
                </a:cubicBezTo>
                <a:lnTo>
                  <a:pt x="2462" y="820"/>
                </a:lnTo>
                <a:cubicBezTo>
                  <a:pt x="2462" y="830"/>
                  <a:pt x="2461" y="841"/>
                  <a:pt x="2459" y="851"/>
                </a:cubicBezTo>
                <a:cubicBezTo>
                  <a:pt x="2457" y="861"/>
                  <a:pt x="2454" y="871"/>
                  <a:pt x="2450" y="881"/>
                </a:cubicBezTo>
                <a:cubicBezTo>
                  <a:pt x="2446" y="890"/>
                  <a:pt x="2441" y="900"/>
                  <a:pt x="2435" y="908"/>
                </a:cubicBezTo>
                <a:cubicBezTo>
                  <a:pt x="2429" y="917"/>
                  <a:pt x="2423" y="925"/>
                  <a:pt x="2415" y="932"/>
                </a:cubicBezTo>
                <a:cubicBezTo>
                  <a:pt x="2408" y="940"/>
                  <a:pt x="2400" y="946"/>
                  <a:pt x="2391" y="952"/>
                </a:cubicBezTo>
                <a:cubicBezTo>
                  <a:pt x="2383" y="959"/>
                  <a:pt x="2374" y="964"/>
                  <a:pt x="2364" y="968"/>
                </a:cubicBezTo>
                <a:cubicBezTo>
                  <a:pt x="2354" y="972"/>
                  <a:pt x="2344" y="975"/>
                  <a:pt x="2334" y="977"/>
                </a:cubicBezTo>
                <a:cubicBezTo>
                  <a:pt x="2324" y="979"/>
                  <a:pt x="2314" y="980"/>
                  <a:pt x="2303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2"/>
                </a:cubicBezTo>
                <a:cubicBezTo>
                  <a:pt x="62" y="946"/>
                  <a:pt x="54" y="940"/>
                  <a:pt x="47" y="932"/>
                </a:cubicBezTo>
                <a:cubicBezTo>
                  <a:pt x="39" y="925"/>
                  <a:pt x="33" y="917"/>
                  <a:pt x="27" y="908"/>
                </a:cubicBezTo>
                <a:cubicBezTo>
                  <a:pt x="21" y="900"/>
                  <a:pt x="16" y="890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1"/>
                  <a:pt x="0" y="830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300320" y="3648240"/>
            <a:ext cx="16002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Statement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2995920" y="3756600"/>
            <a:ext cx="704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→ VFN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047600" y="430524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9"/>
                  <a:pt x="10" y="82"/>
                </a:cubicBezTo>
                <a:cubicBezTo>
                  <a:pt x="17" y="66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3794040" y="3648240"/>
            <a:ext cx="275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1300320" y="4152960"/>
            <a:ext cx="8897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The Virus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A global function hijacking the execution path. The host is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300320" y="4562640"/>
            <a:ext cx="53020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completely subverted to the virus's ends.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1644560" y="6327720"/>
            <a:ext cx="2617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047600" y="26762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747720" y="1641960"/>
            <a:ext cx="66358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Anatomy of a Viral Subversion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047600" y="315252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635480" y="2523960"/>
            <a:ext cx="83257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Discovery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VFN ﬁnds host function name using state indicator.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895520" y="3072240"/>
            <a:ext cx="223200" cy="230760"/>
          </a:xfrm>
          <a:custGeom>
            <a:avLst/>
            <a:gdLst>
              <a:gd name="textAreaLeft" fmla="*/ 0 w 223200"/>
              <a:gd name="textAreaRight" fmla="*/ 223560 w 223200"/>
              <a:gd name="textAreaTop" fmla="*/ 0 h 230760"/>
              <a:gd name="textAreaBottom" fmla="*/ 231120 h 230760"/>
            </a:gdLst>
            <a:ahLst/>
            <a:cxnLst/>
            <a:rect l="textAreaLeft" t="textAreaTop" r="textAreaRight" b="textAreaBottom"/>
            <a:pathLst>
              <a:path w="621" h="642">
                <a:moveTo>
                  <a:pt x="15" y="642"/>
                </a:moveTo>
                <a:cubicBezTo>
                  <a:pt x="7" y="639"/>
                  <a:pt x="2" y="635"/>
                  <a:pt x="0" y="627"/>
                </a:cubicBezTo>
                <a:lnTo>
                  <a:pt x="0" y="320"/>
                </a:lnTo>
                <a:lnTo>
                  <a:pt x="1" y="12"/>
                </a:lnTo>
                <a:cubicBezTo>
                  <a:pt x="6" y="6"/>
                  <a:pt x="10" y="2"/>
                  <a:pt x="14" y="0"/>
                </a:cubicBezTo>
                <a:lnTo>
                  <a:pt x="609" y="0"/>
                </a:lnTo>
                <a:cubicBezTo>
                  <a:pt x="616" y="5"/>
                  <a:pt x="620" y="10"/>
                  <a:pt x="621" y="14"/>
                </a:cubicBezTo>
                <a:lnTo>
                  <a:pt x="621" y="628"/>
                </a:lnTo>
                <a:cubicBezTo>
                  <a:pt x="620" y="631"/>
                  <a:pt x="616" y="635"/>
                  <a:pt x="609" y="641"/>
                </a:cubicBezTo>
                <a:lnTo>
                  <a:pt x="313" y="642"/>
                </a:lnTo>
                <a:lnTo>
                  <a:pt x="15" y="642"/>
                </a:lnTo>
                <a:moveTo>
                  <a:pt x="584" y="605"/>
                </a:moveTo>
                <a:lnTo>
                  <a:pt x="584" y="37"/>
                </a:lnTo>
                <a:lnTo>
                  <a:pt x="37" y="37"/>
                </a:lnTo>
                <a:lnTo>
                  <a:pt x="37" y="605"/>
                </a:lnTo>
                <a:lnTo>
                  <a:pt x="584" y="60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8154360" y="3066840"/>
            <a:ext cx="237960" cy="243360"/>
          </a:xfrm>
          <a:custGeom>
            <a:avLst/>
            <a:gdLst>
              <a:gd name="textAreaLeft" fmla="*/ 0 w 237960"/>
              <a:gd name="textAreaRight" fmla="*/ 238320 w 237960"/>
              <a:gd name="textAreaTop" fmla="*/ 0 h 243360"/>
              <a:gd name="textAreaBottom" fmla="*/ 243720 h 243360"/>
            </a:gdLst>
            <a:ahLst/>
            <a:cxnLst/>
            <a:rect l="textAreaLeft" t="textAreaTop" r="textAreaRight" b="textAreaBottom"/>
            <a:pathLst>
              <a:path w="662" h="677">
                <a:moveTo>
                  <a:pt x="0" y="422"/>
                </a:moveTo>
                <a:cubicBezTo>
                  <a:pt x="0" y="350"/>
                  <a:pt x="21" y="282"/>
                  <a:pt x="62" y="216"/>
                </a:cubicBezTo>
                <a:cubicBezTo>
                  <a:pt x="104" y="150"/>
                  <a:pt x="157" y="98"/>
                  <a:pt x="221" y="60"/>
                </a:cubicBezTo>
                <a:cubicBezTo>
                  <a:pt x="284" y="21"/>
                  <a:pt x="347" y="2"/>
                  <a:pt x="410" y="1"/>
                </a:cubicBezTo>
                <a:cubicBezTo>
                  <a:pt x="466" y="1"/>
                  <a:pt x="511" y="17"/>
                  <a:pt x="543" y="48"/>
                </a:cubicBezTo>
                <a:cubicBezTo>
                  <a:pt x="549" y="55"/>
                  <a:pt x="554" y="60"/>
                  <a:pt x="557" y="64"/>
                </a:cubicBezTo>
                <a:cubicBezTo>
                  <a:pt x="561" y="69"/>
                  <a:pt x="564" y="72"/>
                  <a:pt x="565" y="74"/>
                </a:cubicBezTo>
                <a:lnTo>
                  <a:pt x="566" y="76"/>
                </a:lnTo>
                <a:cubicBezTo>
                  <a:pt x="568" y="76"/>
                  <a:pt x="576" y="68"/>
                  <a:pt x="591" y="52"/>
                </a:cubicBezTo>
                <a:cubicBezTo>
                  <a:pt x="595" y="48"/>
                  <a:pt x="600" y="44"/>
                  <a:pt x="605" y="39"/>
                </a:cubicBezTo>
                <a:cubicBezTo>
                  <a:pt x="610" y="34"/>
                  <a:pt x="615" y="29"/>
                  <a:pt x="620" y="24"/>
                </a:cubicBezTo>
                <a:cubicBezTo>
                  <a:pt x="625" y="19"/>
                  <a:pt x="628" y="16"/>
                  <a:pt x="629" y="14"/>
                </a:cubicBezTo>
                <a:lnTo>
                  <a:pt x="643" y="0"/>
                </a:lnTo>
                <a:lnTo>
                  <a:pt x="649" y="0"/>
                </a:lnTo>
                <a:cubicBezTo>
                  <a:pt x="657" y="0"/>
                  <a:pt x="662" y="2"/>
                  <a:pt x="662" y="7"/>
                </a:cubicBezTo>
                <a:cubicBezTo>
                  <a:pt x="662" y="9"/>
                  <a:pt x="652" y="52"/>
                  <a:pt x="632" y="134"/>
                </a:cubicBezTo>
                <a:cubicBezTo>
                  <a:pt x="609" y="220"/>
                  <a:pt x="598" y="264"/>
                  <a:pt x="598" y="264"/>
                </a:cubicBezTo>
                <a:cubicBezTo>
                  <a:pt x="597" y="267"/>
                  <a:pt x="596" y="269"/>
                  <a:pt x="594" y="270"/>
                </a:cubicBezTo>
                <a:cubicBezTo>
                  <a:pt x="592" y="270"/>
                  <a:pt x="586" y="271"/>
                  <a:pt x="577" y="272"/>
                </a:cubicBezTo>
                <a:lnTo>
                  <a:pt x="562" y="272"/>
                </a:lnTo>
                <a:cubicBezTo>
                  <a:pt x="558" y="268"/>
                  <a:pt x="556" y="265"/>
                  <a:pt x="556" y="263"/>
                </a:cubicBezTo>
                <a:cubicBezTo>
                  <a:pt x="556" y="263"/>
                  <a:pt x="557" y="261"/>
                  <a:pt x="557" y="257"/>
                </a:cubicBezTo>
                <a:cubicBezTo>
                  <a:pt x="558" y="253"/>
                  <a:pt x="559" y="247"/>
                  <a:pt x="559" y="238"/>
                </a:cubicBezTo>
                <a:cubicBezTo>
                  <a:pt x="560" y="230"/>
                  <a:pt x="560" y="220"/>
                  <a:pt x="560" y="208"/>
                </a:cubicBezTo>
                <a:cubicBezTo>
                  <a:pt x="560" y="164"/>
                  <a:pt x="550" y="126"/>
                  <a:pt x="530" y="93"/>
                </a:cubicBezTo>
                <a:cubicBezTo>
                  <a:pt x="511" y="60"/>
                  <a:pt x="477" y="43"/>
                  <a:pt x="429" y="43"/>
                </a:cubicBezTo>
                <a:cubicBezTo>
                  <a:pt x="413" y="43"/>
                  <a:pt x="395" y="45"/>
                  <a:pt x="377" y="49"/>
                </a:cubicBezTo>
                <a:cubicBezTo>
                  <a:pt x="358" y="54"/>
                  <a:pt x="336" y="61"/>
                  <a:pt x="310" y="72"/>
                </a:cubicBezTo>
                <a:cubicBezTo>
                  <a:pt x="284" y="82"/>
                  <a:pt x="258" y="100"/>
                  <a:pt x="233" y="124"/>
                </a:cubicBezTo>
                <a:cubicBezTo>
                  <a:pt x="207" y="148"/>
                  <a:pt x="185" y="177"/>
                  <a:pt x="165" y="210"/>
                </a:cubicBezTo>
                <a:cubicBezTo>
                  <a:pt x="145" y="246"/>
                  <a:pt x="129" y="287"/>
                  <a:pt x="116" y="334"/>
                </a:cubicBezTo>
                <a:cubicBezTo>
                  <a:pt x="105" y="381"/>
                  <a:pt x="99" y="420"/>
                  <a:pt x="99" y="449"/>
                </a:cubicBezTo>
                <a:cubicBezTo>
                  <a:pt x="99" y="520"/>
                  <a:pt x="123" y="571"/>
                  <a:pt x="170" y="602"/>
                </a:cubicBezTo>
                <a:cubicBezTo>
                  <a:pt x="200" y="624"/>
                  <a:pt x="237" y="635"/>
                  <a:pt x="280" y="635"/>
                </a:cubicBezTo>
                <a:cubicBezTo>
                  <a:pt x="337" y="635"/>
                  <a:pt x="387" y="614"/>
                  <a:pt x="431" y="570"/>
                </a:cubicBezTo>
                <a:cubicBezTo>
                  <a:pt x="475" y="528"/>
                  <a:pt x="504" y="482"/>
                  <a:pt x="518" y="433"/>
                </a:cubicBezTo>
                <a:cubicBezTo>
                  <a:pt x="521" y="425"/>
                  <a:pt x="523" y="420"/>
                  <a:pt x="524" y="419"/>
                </a:cubicBezTo>
                <a:cubicBezTo>
                  <a:pt x="525" y="417"/>
                  <a:pt x="530" y="417"/>
                  <a:pt x="539" y="417"/>
                </a:cubicBezTo>
                <a:cubicBezTo>
                  <a:pt x="551" y="417"/>
                  <a:pt x="557" y="420"/>
                  <a:pt x="557" y="425"/>
                </a:cubicBezTo>
                <a:cubicBezTo>
                  <a:pt x="557" y="428"/>
                  <a:pt x="557" y="431"/>
                  <a:pt x="556" y="434"/>
                </a:cubicBezTo>
                <a:cubicBezTo>
                  <a:pt x="538" y="500"/>
                  <a:pt x="500" y="557"/>
                  <a:pt x="441" y="605"/>
                </a:cubicBezTo>
                <a:cubicBezTo>
                  <a:pt x="382" y="654"/>
                  <a:pt x="319" y="677"/>
                  <a:pt x="251" y="677"/>
                </a:cubicBezTo>
                <a:cubicBezTo>
                  <a:pt x="181" y="677"/>
                  <a:pt x="122" y="654"/>
                  <a:pt x="73" y="608"/>
                </a:cubicBezTo>
                <a:cubicBezTo>
                  <a:pt x="24" y="560"/>
                  <a:pt x="0" y="498"/>
                  <a:pt x="0" y="4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8403120" y="3074400"/>
            <a:ext cx="241920" cy="235440"/>
          </a:xfrm>
          <a:custGeom>
            <a:avLst/>
            <a:gdLst>
              <a:gd name="textAreaLeft" fmla="*/ 0 w 241920"/>
              <a:gd name="textAreaRight" fmla="*/ 242280 w 241920"/>
              <a:gd name="textAreaTop" fmla="*/ 0 h 235440"/>
              <a:gd name="textAreaBottom" fmla="*/ 235800 h 235440"/>
            </a:gdLst>
            <a:ahLst/>
            <a:cxnLst/>
            <a:rect l="textAreaLeft" t="textAreaTop" r="textAreaRight" b="textAreaBottom"/>
            <a:pathLst>
              <a:path w="673" h="655">
                <a:moveTo>
                  <a:pt x="184" y="42"/>
                </a:moveTo>
                <a:cubicBezTo>
                  <a:pt x="167" y="42"/>
                  <a:pt x="157" y="42"/>
                  <a:pt x="154" y="41"/>
                </a:cubicBezTo>
                <a:cubicBezTo>
                  <a:pt x="151" y="41"/>
                  <a:pt x="149" y="37"/>
                  <a:pt x="149" y="31"/>
                </a:cubicBezTo>
                <a:cubicBezTo>
                  <a:pt x="149" y="14"/>
                  <a:pt x="153" y="4"/>
                  <a:pt x="159" y="0"/>
                </a:cubicBezTo>
                <a:cubicBezTo>
                  <a:pt x="161" y="0"/>
                  <a:pt x="215" y="0"/>
                  <a:pt x="321" y="0"/>
                </a:cubicBezTo>
                <a:cubicBezTo>
                  <a:pt x="428" y="0"/>
                  <a:pt x="487" y="1"/>
                  <a:pt x="495" y="2"/>
                </a:cubicBezTo>
                <a:cubicBezTo>
                  <a:pt x="530" y="7"/>
                  <a:pt x="559" y="16"/>
                  <a:pt x="583" y="28"/>
                </a:cubicBezTo>
                <a:cubicBezTo>
                  <a:pt x="606" y="41"/>
                  <a:pt x="623" y="55"/>
                  <a:pt x="633" y="71"/>
                </a:cubicBezTo>
                <a:cubicBezTo>
                  <a:pt x="643" y="87"/>
                  <a:pt x="649" y="101"/>
                  <a:pt x="652" y="111"/>
                </a:cubicBezTo>
                <a:cubicBezTo>
                  <a:pt x="656" y="122"/>
                  <a:pt x="657" y="132"/>
                  <a:pt x="658" y="143"/>
                </a:cubicBezTo>
                <a:cubicBezTo>
                  <a:pt x="658" y="171"/>
                  <a:pt x="649" y="197"/>
                  <a:pt x="631" y="221"/>
                </a:cubicBezTo>
                <a:cubicBezTo>
                  <a:pt x="613" y="245"/>
                  <a:pt x="592" y="264"/>
                  <a:pt x="569" y="277"/>
                </a:cubicBezTo>
                <a:cubicBezTo>
                  <a:pt x="545" y="291"/>
                  <a:pt x="524" y="301"/>
                  <a:pt x="506" y="309"/>
                </a:cubicBezTo>
                <a:cubicBezTo>
                  <a:pt x="488" y="317"/>
                  <a:pt x="476" y="322"/>
                  <a:pt x="470" y="322"/>
                </a:cubicBezTo>
                <a:lnTo>
                  <a:pt x="477" y="326"/>
                </a:lnTo>
                <a:cubicBezTo>
                  <a:pt x="519" y="350"/>
                  <a:pt x="540" y="384"/>
                  <a:pt x="540" y="428"/>
                </a:cubicBezTo>
                <a:cubicBezTo>
                  <a:pt x="540" y="435"/>
                  <a:pt x="538" y="454"/>
                  <a:pt x="535" y="485"/>
                </a:cubicBezTo>
                <a:cubicBezTo>
                  <a:pt x="532" y="516"/>
                  <a:pt x="531" y="542"/>
                  <a:pt x="531" y="562"/>
                </a:cubicBezTo>
                <a:lnTo>
                  <a:pt x="531" y="570"/>
                </a:lnTo>
                <a:cubicBezTo>
                  <a:pt x="531" y="581"/>
                  <a:pt x="531" y="590"/>
                  <a:pt x="532" y="596"/>
                </a:cubicBezTo>
                <a:cubicBezTo>
                  <a:pt x="532" y="602"/>
                  <a:pt x="536" y="608"/>
                  <a:pt x="542" y="613"/>
                </a:cubicBezTo>
                <a:cubicBezTo>
                  <a:pt x="548" y="618"/>
                  <a:pt x="556" y="620"/>
                  <a:pt x="566" y="621"/>
                </a:cubicBezTo>
                <a:cubicBezTo>
                  <a:pt x="583" y="621"/>
                  <a:pt x="598" y="614"/>
                  <a:pt x="609" y="601"/>
                </a:cubicBezTo>
                <a:cubicBezTo>
                  <a:pt x="620" y="587"/>
                  <a:pt x="628" y="572"/>
                  <a:pt x="633" y="557"/>
                </a:cubicBezTo>
                <a:cubicBezTo>
                  <a:pt x="636" y="548"/>
                  <a:pt x="639" y="543"/>
                  <a:pt x="640" y="541"/>
                </a:cubicBezTo>
                <a:cubicBezTo>
                  <a:pt x="642" y="539"/>
                  <a:pt x="647" y="538"/>
                  <a:pt x="654" y="538"/>
                </a:cubicBezTo>
                <a:cubicBezTo>
                  <a:pt x="667" y="538"/>
                  <a:pt x="673" y="542"/>
                  <a:pt x="673" y="549"/>
                </a:cubicBezTo>
                <a:cubicBezTo>
                  <a:pt x="673" y="561"/>
                  <a:pt x="666" y="578"/>
                  <a:pt x="651" y="602"/>
                </a:cubicBezTo>
                <a:cubicBezTo>
                  <a:pt x="627" y="638"/>
                  <a:pt x="599" y="655"/>
                  <a:pt x="567" y="655"/>
                </a:cubicBezTo>
                <a:lnTo>
                  <a:pt x="559" y="655"/>
                </a:lnTo>
                <a:cubicBezTo>
                  <a:pt x="521" y="655"/>
                  <a:pt x="489" y="648"/>
                  <a:pt x="464" y="632"/>
                </a:cubicBezTo>
                <a:cubicBezTo>
                  <a:pt x="439" y="617"/>
                  <a:pt x="425" y="593"/>
                  <a:pt x="423" y="560"/>
                </a:cubicBezTo>
                <a:cubicBezTo>
                  <a:pt x="423" y="543"/>
                  <a:pt x="427" y="517"/>
                  <a:pt x="437" y="482"/>
                </a:cubicBezTo>
                <a:cubicBezTo>
                  <a:pt x="446" y="446"/>
                  <a:pt x="451" y="424"/>
                  <a:pt x="451" y="414"/>
                </a:cubicBezTo>
                <a:cubicBezTo>
                  <a:pt x="451" y="382"/>
                  <a:pt x="437" y="359"/>
                  <a:pt x="411" y="345"/>
                </a:cubicBezTo>
                <a:cubicBezTo>
                  <a:pt x="401" y="340"/>
                  <a:pt x="393" y="338"/>
                  <a:pt x="387" y="337"/>
                </a:cubicBezTo>
                <a:cubicBezTo>
                  <a:pt x="381" y="337"/>
                  <a:pt x="359" y="336"/>
                  <a:pt x="321" y="335"/>
                </a:cubicBezTo>
                <a:lnTo>
                  <a:pt x="257" y="335"/>
                </a:lnTo>
                <a:lnTo>
                  <a:pt x="227" y="456"/>
                </a:lnTo>
                <a:cubicBezTo>
                  <a:pt x="207" y="538"/>
                  <a:pt x="197" y="580"/>
                  <a:pt x="197" y="581"/>
                </a:cubicBezTo>
                <a:cubicBezTo>
                  <a:pt x="197" y="584"/>
                  <a:pt x="197" y="585"/>
                  <a:pt x="197" y="586"/>
                </a:cubicBezTo>
                <a:cubicBezTo>
                  <a:pt x="198" y="586"/>
                  <a:pt x="200" y="588"/>
                  <a:pt x="204" y="589"/>
                </a:cubicBezTo>
                <a:cubicBezTo>
                  <a:pt x="208" y="591"/>
                  <a:pt x="213" y="592"/>
                  <a:pt x="220" y="591"/>
                </a:cubicBezTo>
                <a:cubicBezTo>
                  <a:pt x="227" y="591"/>
                  <a:pt x="237" y="591"/>
                  <a:pt x="251" y="593"/>
                </a:cubicBezTo>
                <a:lnTo>
                  <a:pt x="279" y="593"/>
                </a:lnTo>
                <a:cubicBezTo>
                  <a:pt x="283" y="598"/>
                  <a:pt x="285" y="601"/>
                  <a:pt x="285" y="602"/>
                </a:cubicBezTo>
                <a:cubicBezTo>
                  <a:pt x="285" y="602"/>
                  <a:pt x="284" y="608"/>
                  <a:pt x="282" y="618"/>
                </a:cubicBezTo>
                <a:cubicBezTo>
                  <a:pt x="280" y="626"/>
                  <a:pt x="277" y="632"/>
                  <a:pt x="273" y="636"/>
                </a:cubicBezTo>
                <a:lnTo>
                  <a:pt x="259" y="636"/>
                </a:lnTo>
                <a:cubicBezTo>
                  <a:pt x="237" y="635"/>
                  <a:pt x="196" y="634"/>
                  <a:pt x="137" y="634"/>
                </a:cubicBezTo>
                <a:cubicBezTo>
                  <a:pt x="116" y="634"/>
                  <a:pt x="96" y="634"/>
                  <a:pt x="78" y="634"/>
                </a:cubicBezTo>
                <a:cubicBezTo>
                  <a:pt x="60" y="634"/>
                  <a:pt x="46" y="634"/>
                  <a:pt x="36" y="634"/>
                </a:cubicBezTo>
                <a:cubicBezTo>
                  <a:pt x="25" y="634"/>
                  <a:pt x="19" y="634"/>
                  <a:pt x="16" y="635"/>
                </a:cubicBezTo>
                <a:cubicBezTo>
                  <a:pt x="6" y="635"/>
                  <a:pt x="0" y="632"/>
                  <a:pt x="0" y="627"/>
                </a:cubicBezTo>
                <a:cubicBezTo>
                  <a:pt x="0" y="625"/>
                  <a:pt x="1" y="621"/>
                  <a:pt x="3" y="614"/>
                </a:cubicBezTo>
                <a:cubicBezTo>
                  <a:pt x="6" y="602"/>
                  <a:pt x="9" y="595"/>
                  <a:pt x="12" y="594"/>
                </a:cubicBezTo>
                <a:cubicBezTo>
                  <a:pt x="15" y="593"/>
                  <a:pt x="19" y="593"/>
                  <a:pt x="26" y="593"/>
                </a:cubicBezTo>
                <a:lnTo>
                  <a:pt x="32" y="593"/>
                </a:lnTo>
                <a:cubicBezTo>
                  <a:pt x="49" y="593"/>
                  <a:pt x="67" y="592"/>
                  <a:pt x="88" y="590"/>
                </a:cubicBezTo>
                <a:cubicBezTo>
                  <a:pt x="96" y="589"/>
                  <a:pt x="102" y="585"/>
                  <a:pt x="105" y="579"/>
                </a:cubicBezTo>
                <a:cubicBezTo>
                  <a:pt x="107" y="577"/>
                  <a:pt x="130" y="491"/>
                  <a:pt x="172" y="321"/>
                </a:cubicBezTo>
                <a:cubicBezTo>
                  <a:pt x="215" y="150"/>
                  <a:pt x="237" y="60"/>
                  <a:pt x="237" y="51"/>
                </a:cubicBezTo>
                <a:cubicBezTo>
                  <a:pt x="237" y="46"/>
                  <a:pt x="219" y="44"/>
                  <a:pt x="184" y="42"/>
                </a:cubicBezTo>
                <a:moveTo>
                  <a:pt x="557" y="120"/>
                </a:moveTo>
                <a:cubicBezTo>
                  <a:pt x="557" y="100"/>
                  <a:pt x="550" y="83"/>
                  <a:pt x="537" y="69"/>
                </a:cubicBezTo>
                <a:cubicBezTo>
                  <a:pt x="524" y="56"/>
                  <a:pt x="497" y="47"/>
                  <a:pt x="456" y="43"/>
                </a:cubicBezTo>
                <a:cubicBezTo>
                  <a:pt x="455" y="43"/>
                  <a:pt x="448" y="43"/>
                  <a:pt x="435" y="43"/>
                </a:cubicBezTo>
                <a:cubicBezTo>
                  <a:pt x="422" y="43"/>
                  <a:pt x="410" y="43"/>
                  <a:pt x="399" y="42"/>
                </a:cubicBezTo>
                <a:lnTo>
                  <a:pt x="379" y="42"/>
                </a:lnTo>
                <a:cubicBezTo>
                  <a:pt x="350" y="42"/>
                  <a:pt x="333" y="45"/>
                  <a:pt x="329" y="52"/>
                </a:cubicBezTo>
                <a:cubicBezTo>
                  <a:pt x="328" y="54"/>
                  <a:pt x="318" y="95"/>
                  <a:pt x="297" y="175"/>
                </a:cubicBezTo>
                <a:cubicBezTo>
                  <a:pt x="277" y="256"/>
                  <a:pt x="266" y="298"/>
                  <a:pt x="266" y="300"/>
                </a:cubicBezTo>
                <a:cubicBezTo>
                  <a:pt x="266" y="301"/>
                  <a:pt x="288" y="301"/>
                  <a:pt x="331" y="301"/>
                </a:cubicBezTo>
                <a:cubicBezTo>
                  <a:pt x="379" y="300"/>
                  <a:pt x="411" y="298"/>
                  <a:pt x="427" y="295"/>
                </a:cubicBezTo>
                <a:cubicBezTo>
                  <a:pt x="467" y="287"/>
                  <a:pt x="499" y="269"/>
                  <a:pt x="521" y="239"/>
                </a:cubicBezTo>
                <a:cubicBezTo>
                  <a:pt x="531" y="224"/>
                  <a:pt x="540" y="206"/>
                  <a:pt x="546" y="183"/>
                </a:cubicBezTo>
                <a:cubicBezTo>
                  <a:pt x="553" y="160"/>
                  <a:pt x="557" y="139"/>
                  <a:pt x="557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564200" y="3000240"/>
            <a:ext cx="63172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ii.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Extraction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Obtains canonical representation 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1047600" y="363852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8642880" y="3000240"/>
            <a:ext cx="18277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) of host code.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492920" y="3486240"/>
            <a:ext cx="9787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iii.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Reconstruction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Reconstruction function (RCS) rewrites code to simulate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1047600" y="453384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852560" y="3905280"/>
            <a:ext cx="27219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modiﬁed interpreter.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1506240" y="4381560"/>
            <a:ext cx="98208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iv.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Execution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Establishes modiﬁed representation in local environment and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403800" y="4941720"/>
            <a:ext cx="130680" cy="151560"/>
          </a:xfrm>
          <a:custGeom>
            <a:avLst/>
            <a:gdLst>
              <a:gd name="textAreaLeft" fmla="*/ 0 w 130680"/>
              <a:gd name="textAreaRight" fmla="*/ 131040 w 130680"/>
              <a:gd name="textAreaTop" fmla="*/ 0 h 151560"/>
              <a:gd name="textAreaBottom" fmla="*/ 151920 h 151560"/>
            </a:gdLst>
            <a:ahLst/>
            <a:cxnLst/>
            <a:rect l="textAreaLeft" t="textAreaTop" r="textAreaRight" b="textAreaBottom"/>
            <a:pathLst>
              <a:path w="364" h="422">
                <a:moveTo>
                  <a:pt x="0" y="255"/>
                </a:moveTo>
                <a:cubicBezTo>
                  <a:pt x="0" y="219"/>
                  <a:pt x="6" y="187"/>
                  <a:pt x="18" y="158"/>
                </a:cubicBezTo>
                <a:cubicBezTo>
                  <a:pt x="29" y="129"/>
                  <a:pt x="45" y="105"/>
                  <a:pt x="63" y="85"/>
                </a:cubicBezTo>
                <a:cubicBezTo>
                  <a:pt x="82" y="66"/>
                  <a:pt x="103" y="50"/>
                  <a:pt x="125" y="37"/>
                </a:cubicBezTo>
                <a:cubicBezTo>
                  <a:pt x="149" y="24"/>
                  <a:pt x="171" y="14"/>
                  <a:pt x="192" y="8"/>
                </a:cubicBezTo>
                <a:cubicBezTo>
                  <a:pt x="212" y="2"/>
                  <a:pt x="231" y="-1"/>
                  <a:pt x="250" y="0"/>
                </a:cubicBezTo>
                <a:lnTo>
                  <a:pt x="253" y="0"/>
                </a:lnTo>
                <a:cubicBezTo>
                  <a:pt x="281" y="0"/>
                  <a:pt x="305" y="7"/>
                  <a:pt x="325" y="20"/>
                </a:cubicBezTo>
                <a:cubicBezTo>
                  <a:pt x="346" y="34"/>
                  <a:pt x="356" y="54"/>
                  <a:pt x="356" y="81"/>
                </a:cubicBezTo>
                <a:cubicBezTo>
                  <a:pt x="356" y="136"/>
                  <a:pt x="322" y="173"/>
                  <a:pt x="253" y="190"/>
                </a:cubicBezTo>
                <a:cubicBezTo>
                  <a:pt x="223" y="198"/>
                  <a:pt x="181" y="203"/>
                  <a:pt x="127" y="203"/>
                </a:cubicBezTo>
                <a:cubicBezTo>
                  <a:pt x="104" y="203"/>
                  <a:pt x="93" y="204"/>
                  <a:pt x="92" y="205"/>
                </a:cubicBezTo>
                <a:cubicBezTo>
                  <a:pt x="92" y="206"/>
                  <a:pt x="90" y="217"/>
                  <a:pt x="86" y="238"/>
                </a:cubicBezTo>
                <a:cubicBezTo>
                  <a:pt x="83" y="258"/>
                  <a:pt x="81" y="276"/>
                  <a:pt x="80" y="292"/>
                </a:cubicBezTo>
                <a:cubicBezTo>
                  <a:pt x="80" y="321"/>
                  <a:pt x="86" y="344"/>
                  <a:pt x="99" y="361"/>
                </a:cubicBezTo>
                <a:cubicBezTo>
                  <a:pt x="112" y="378"/>
                  <a:pt x="132" y="387"/>
                  <a:pt x="159" y="388"/>
                </a:cubicBezTo>
                <a:cubicBezTo>
                  <a:pt x="185" y="388"/>
                  <a:pt x="214" y="382"/>
                  <a:pt x="245" y="369"/>
                </a:cubicBezTo>
                <a:cubicBezTo>
                  <a:pt x="277" y="356"/>
                  <a:pt x="306" y="336"/>
                  <a:pt x="331" y="308"/>
                </a:cubicBezTo>
                <a:cubicBezTo>
                  <a:pt x="337" y="301"/>
                  <a:pt x="340" y="298"/>
                  <a:pt x="342" y="298"/>
                </a:cubicBezTo>
                <a:cubicBezTo>
                  <a:pt x="345" y="298"/>
                  <a:pt x="349" y="301"/>
                  <a:pt x="354" y="307"/>
                </a:cubicBezTo>
                <a:cubicBezTo>
                  <a:pt x="360" y="312"/>
                  <a:pt x="363" y="316"/>
                  <a:pt x="364" y="320"/>
                </a:cubicBezTo>
                <a:cubicBezTo>
                  <a:pt x="364" y="323"/>
                  <a:pt x="361" y="328"/>
                  <a:pt x="355" y="334"/>
                </a:cubicBezTo>
                <a:cubicBezTo>
                  <a:pt x="349" y="341"/>
                  <a:pt x="340" y="350"/>
                  <a:pt x="327" y="360"/>
                </a:cubicBezTo>
                <a:cubicBezTo>
                  <a:pt x="315" y="369"/>
                  <a:pt x="301" y="380"/>
                  <a:pt x="284" y="389"/>
                </a:cubicBezTo>
                <a:cubicBezTo>
                  <a:pt x="268" y="399"/>
                  <a:pt x="249" y="406"/>
                  <a:pt x="226" y="413"/>
                </a:cubicBezTo>
                <a:cubicBezTo>
                  <a:pt x="203" y="419"/>
                  <a:pt x="179" y="422"/>
                  <a:pt x="155" y="422"/>
                </a:cubicBezTo>
                <a:cubicBezTo>
                  <a:pt x="105" y="422"/>
                  <a:pt x="67" y="406"/>
                  <a:pt x="41" y="372"/>
                </a:cubicBezTo>
                <a:cubicBezTo>
                  <a:pt x="14" y="339"/>
                  <a:pt x="1" y="300"/>
                  <a:pt x="0" y="255"/>
                </a:cubicBezTo>
                <a:moveTo>
                  <a:pt x="311" y="83"/>
                </a:moveTo>
                <a:cubicBezTo>
                  <a:pt x="308" y="50"/>
                  <a:pt x="287" y="34"/>
                  <a:pt x="248" y="34"/>
                </a:cubicBezTo>
                <a:cubicBezTo>
                  <a:pt x="228" y="34"/>
                  <a:pt x="209" y="39"/>
                  <a:pt x="192" y="47"/>
                </a:cubicBezTo>
                <a:cubicBezTo>
                  <a:pt x="174" y="56"/>
                  <a:pt x="160" y="66"/>
                  <a:pt x="150" y="79"/>
                </a:cubicBezTo>
                <a:cubicBezTo>
                  <a:pt x="139" y="91"/>
                  <a:pt x="129" y="104"/>
                  <a:pt x="122" y="117"/>
                </a:cubicBezTo>
                <a:cubicBezTo>
                  <a:pt x="114" y="130"/>
                  <a:pt x="109" y="141"/>
                  <a:pt x="107" y="150"/>
                </a:cubicBezTo>
                <a:cubicBezTo>
                  <a:pt x="104" y="160"/>
                  <a:pt x="103" y="166"/>
                  <a:pt x="102" y="168"/>
                </a:cubicBezTo>
                <a:cubicBezTo>
                  <a:pt x="102" y="169"/>
                  <a:pt x="108" y="169"/>
                  <a:pt x="121" y="169"/>
                </a:cubicBezTo>
                <a:cubicBezTo>
                  <a:pt x="192" y="169"/>
                  <a:pt x="241" y="162"/>
                  <a:pt x="269" y="147"/>
                </a:cubicBezTo>
                <a:cubicBezTo>
                  <a:pt x="297" y="132"/>
                  <a:pt x="311" y="110"/>
                  <a:pt x="311" y="8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3426840" y="4890960"/>
            <a:ext cx="120600" cy="15480"/>
          </a:xfrm>
          <a:custGeom>
            <a:avLst/>
            <a:gdLst>
              <a:gd name="textAreaLeft" fmla="*/ 0 w 120600"/>
              <a:gd name="textAreaRight" fmla="*/ 120960 w 12060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336" h="44">
                <a:moveTo>
                  <a:pt x="0" y="0"/>
                </a:moveTo>
                <a:lnTo>
                  <a:pt x="336" y="0"/>
                </a:lnTo>
                <a:lnTo>
                  <a:pt x="336" y="44"/>
                </a:lnTo>
                <a:lnTo>
                  <a:pt x="0" y="44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852560" y="4800600"/>
            <a:ext cx="1544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executes it 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543840" y="4800600"/>
            <a:ext cx="275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).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1644560" y="6327720"/>
            <a:ext cx="2617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047600" y="290484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747720" y="1870560"/>
            <a:ext cx="62337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Preventing the Inﬁnite Loop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1300320" y="2752560"/>
            <a:ext cx="97966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Dormant State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VFN checks global control variable. If dormant, returns null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047600" y="380016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300320" y="3171960"/>
            <a:ext cx="44622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result and host executes normally.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1047600" y="428616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300320" y="3648240"/>
            <a:ext cx="58701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Active State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Virus creates local host version.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2981160" y="4181400"/>
            <a:ext cx="895320" cy="361800"/>
          </a:xfrm>
          <a:custGeom>
            <a:avLst/>
            <a:gdLst>
              <a:gd name="textAreaLeft" fmla="*/ 0 w 895320"/>
              <a:gd name="textAreaRight" fmla="*/ 895680 w 895320"/>
              <a:gd name="textAreaTop" fmla="*/ 0 h 361800"/>
              <a:gd name="textAreaBottom" fmla="*/ 362160 h 361800"/>
            </a:gdLst>
            <a:ahLst/>
            <a:cxnLst/>
            <a:rect l="textAreaLeft" t="textAreaTop" r="textAreaRight" b="textAreaBottom"/>
            <a:pathLst>
              <a:path w="2488" h="1006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0" y="5"/>
                  <a:pt x="2380" y="8"/>
                  <a:pt x="2390" y="12"/>
                </a:cubicBezTo>
                <a:cubicBezTo>
                  <a:pt x="2400" y="16"/>
                  <a:pt x="2409" y="21"/>
                  <a:pt x="2417" y="26"/>
                </a:cubicBezTo>
                <a:cubicBezTo>
                  <a:pt x="2426" y="32"/>
                  <a:pt x="2434" y="39"/>
                  <a:pt x="2442" y="46"/>
                </a:cubicBezTo>
                <a:cubicBezTo>
                  <a:pt x="2449" y="54"/>
                  <a:pt x="2455" y="62"/>
                  <a:pt x="2461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7"/>
                </a:cubicBezTo>
                <a:cubicBezTo>
                  <a:pt x="2487" y="138"/>
                  <a:pt x="2488" y="148"/>
                  <a:pt x="2488" y="158"/>
                </a:cubicBezTo>
                <a:lnTo>
                  <a:pt x="2488" y="846"/>
                </a:lnTo>
                <a:cubicBezTo>
                  <a:pt x="2488" y="857"/>
                  <a:pt x="2487" y="867"/>
                  <a:pt x="2485" y="877"/>
                </a:cubicBezTo>
                <a:cubicBezTo>
                  <a:pt x="2483" y="888"/>
                  <a:pt x="2480" y="897"/>
                  <a:pt x="2476" y="907"/>
                </a:cubicBezTo>
                <a:cubicBezTo>
                  <a:pt x="2472" y="917"/>
                  <a:pt x="2467" y="926"/>
                  <a:pt x="2461" y="935"/>
                </a:cubicBezTo>
                <a:cubicBezTo>
                  <a:pt x="2455" y="943"/>
                  <a:pt x="2449" y="952"/>
                  <a:pt x="2442" y="960"/>
                </a:cubicBezTo>
                <a:cubicBezTo>
                  <a:pt x="2434" y="967"/>
                  <a:pt x="2426" y="974"/>
                  <a:pt x="2417" y="979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0" y="998"/>
                  <a:pt x="2370" y="1001"/>
                  <a:pt x="2360" y="1003"/>
                </a:cubicBezTo>
                <a:cubicBezTo>
                  <a:pt x="2350" y="1005"/>
                  <a:pt x="2340" y="1006"/>
                  <a:pt x="232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3"/>
                  <a:pt x="27" y="935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7"/>
                  <a:pt x="5" y="888"/>
                  <a:pt x="3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300320" y="4133880"/>
            <a:ext cx="16812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Logic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Strips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3077640" y="4232880"/>
            <a:ext cx="7045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→ VFN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3875760" y="4133880"/>
            <a:ext cx="73990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call from the local version to prevent recursive virus calls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1300320" y="4562640"/>
            <a:ext cx="41637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during reconstructed execution.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11644560" y="6327720"/>
            <a:ext cx="2617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047600" y="2914560"/>
            <a:ext cx="95040" cy="95040"/>
          </a:xfrm>
          <a:custGeom>
            <a:avLst/>
            <a:gdLst>
              <a:gd name="textAreaLeft" fmla="*/ 0 w 95040"/>
              <a:gd name="textAreaRight" fmla="*/ 95400 w 950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3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747720" y="1880280"/>
            <a:ext cx="79660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Modifying Reality: Viral Applications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5521320" y="2904840"/>
            <a:ext cx="95400" cy="151560"/>
          </a:xfrm>
          <a:custGeom>
            <a:avLst/>
            <a:gdLst>
              <a:gd name="textAreaLeft" fmla="*/ 0 w 95400"/>
              <a:gd name="textAreaRight" fmla="*/ 95760 w 95400"/>
              <a:gd name="textAreaTop" fmla="*/ 0 h 151560"/>
              <a:gd name="textAreaBottom" fmla="*/ 151920 h 151560"/>
            </a:gdLst>
            <a:ahLst/>
            <a:cxnLst/>
            <a:rect l="textAreaLeft" t="textAreaTop" r="textAreaRight" b="textAreaBottom"/>
            <a:pathLst>
              <a:path w="266" h="422">
                <a:moveTo>
                  <a:pt x="85" y="422"/>
                </a:moveTo>
                <a:cubicBezTo>
                  <a:pt x="67" y="422"/>
                  <a:pt x="53" y="419"/>
                  <a:pt x="41" y="412"/>
                </a:cubicBezTo>
                <a:cubicBezTo>
                  <a:pt x="29" y="406"/>
                  <a:pt x="20" y="398"/>
                  <a:pt x="15" y="389"/>
                </a:cubicBezTo>
                <a:cubicBezTo>
                  <a:pt x="9" y="380"/>
                  <a:pt x="6" y="371"/>
                  <a:pt x="4" y="364"/>
                </a:cubicBezTo>
                <a:cubicBezTo>
                  <a:pt x="2" y="357"/>
                  <a:pt x="1" y="350"/>
                  <a:pt x="0" y="344"/>
                </a:cubicBezTo>
                <a:cubicBezTo>
                  <a:pt x="0" y="334"/>
                  <a:pt x="2" y="323"/>
                  <a:pt x="7" y="311"/>
                </a:cubicBezTo>
                <a:cubicBezTo>
                  <a:pt x="11" y="299"/>
                  <a:pt x="20" y="271"/>
                  <a:pt x="34" y="227"/>
                </a:cubicBezTo>
                <a:cubicBezTo>
                  <a:pt x="49" y="184"/>
                  <a:pt x="64" y="129"/>
                  <a:pt x="81" y="63"/>
                </a:cubicBezTo>
                <a:lnTo>
                  <a:pt x="83" y="54"/>
                </a:lnTo>
                <a:cubicBezTo>
                  <a:pt x="84" y="48"/>
                  <a:pt x="85" y="44"/>
                  <a:pt x="86" y="42"/>
                </a:cubicBezTo>
                <a:cubicBezTo>
                  <a:pt x="86" y="40"/>
                  <a:pt x="88" y="37"/>
                  <a:pt x="90" y="31"/>
                </a:cubicBezTo>
                <a:cubicBezTo>
                  <a:pt x="93" y="26"/>
                  <a:pt x="95" y="21"/>
                  <a:pt x="96" y="19"/>
                </a:cubicBezTo>
                <a:cubicBezTo>
                  <a:pt x="97" y="17"/>
                  <a:pt x="100" y="14"/>
                  <a:pt x="104" y="11"/>
                </a:cubicBezTo>
                <a:cubicBezTo>
                  <a:pt x="109" y="8"/>
                  <a:pt x="114" y="5"/>
                  <a:pt x="117" y="3"/>
                </a:cubicBezTo>
                <a:cubicBezTo>
                  <a:pt x="121" y="1"/>
                  <a:pt x="126" y="0"/>
                  <a:pt x="133" y="0"/>
                </a:cubicBezTo>
                <a:cubicBezTo>
                  <a:pt x="140" y="0"/>
                  <a:pt x="148" y="3"/>
                  <a:pt x="154" y="7"/>
                </a:cubicBezTo>
                <a:cubicBezTo>
                  <a:pt x="161" y="11"/>
                  <a:pt x="165" y="19"/>
                  <a:pt x="166" y="30"/>
                </a:cubicBezTo>
                <a:cubicBezTo>
                  <a:pt x="166" y="34"/>
                  <a:pt x="162" y="50"/>
                  <a:pt x="155" y="79"/>
                </a:cubicBezTo>
                <a:cubicBezTo>
                  <a:pt x="149" y="107"/>
                  <a:pt x="138" y="145"/>
                  <a:pt x="125" y="191"/>
                </a:cubicBezTo>
                <a:cubicBezTo>
                  <a:pt x="111" y="237"/>
                  <a:pt x="96" y="278"/>
                  <a:pt x="83" y="313"/>
                </a:cubicBezTo>
                <a:cubicBezTo>
                  <a:pt x="76" y="333"/>
                  <a:pt x="73" y="350"/>
                  <a:pt x="73" y="362"/>
                </a:cubicBezTo>
                <a:cubicBezTo>
                  <a:pt x="73" y="369"/>
                  <a:pt x="73" y="374"/>
                  <a:pt x="73" y="376"/>
                </a:cubicBezTo>
                <a:cubicBezTo>
                  <a:pt x="73" y="379"/>
                  <a:pt x="74" y="381"/>
                  <a:pt x="76" y="383"/>
                </a:cubicBezTo>
                <a:cubicBezTo>
                  <a:pt x="79" y="386"/>
                  <a:pt x="82" y="387"/>
                  <a:pt x="87" y="387"/>
                </a:cubicBezTo>
                <a:lnTo>
                  <a:pt x="92" y="387"/>
                </a:lnTo>
                <a:cubicBezTo>
                  <a:pt x="130" y="387"/>
                  <a:pt x="163" y="371"/>
                  <a:pt x="193" y="340"/>
                </a:cubicBezTo>
                <a:cubicBezTo>
                  <a:pt x="204" y="327"/>
                  <a:pt x="212" y="316"/>
                  <a:pt x="218" y="306"/>
                </a:cubicBezTo>
                <a:cubicBezTo>
                  <a:pt x="223" y="296"/>
                  <a:pt x="226" y="289"/>
                  <a:pt x="226" y="284"/>
                </a:cubicBezTo>
                <a:cubicBezTo>
                  <a:pt x="226" y="279"/>
                  <a:pt x="228" y="276"/>
                  <a:pt x="231" y="274"/>
                </a:cubicBezTo>
                <a:cubicBezTo>
                  <a:pt x="234" y="272"/>
                  <a:pt x="239" y="271"/>
                  <a:pt x="247" y="270"/>
                </a:cubicBezTo>
                <a:cubicBezTo>
                  <a:pt x="252" y="270"/>
                  <a:pt x="256" y="270"/>
                  <a:pt x="258" y="270"/>
                </a:cubicBezTo>
                <a:cubicBezTo>
                  <a:pt x="259" y="270"/>
                  <a:pt x="261" y="270"/>
                  <a:pt x="262" y="271"/>
                </a:cubicBezTo>
                <a:cubicBezTo>
                  <a:pt x="263" y="272"/>
                  <a:pt x="264" y="273"/>
                  <a:pt x="265" y="274"/>
                </a:cubicBezTo>
                <a:cubicBezTo>
                  <a:pt x="266" y="275"/>
                  <a:pt x="266" y="277"/>
                  <a:pt x="265" y="279"/>
                </a:cubicBezTo>
                <a:cubicBezTo>
                  <a:pt x="265" y="302"/>
                  <a:pt x="248" y="332"/>
                  <a:pt x="213" y="368"/>
                </a:cubicBezTo>
                <a:cubicBezTo>
                  <a:pt x="178" y="404"/>
                  <a:pt x="138" y="422"/>
                  <a:pt x="90" y="422"/>
                </a:cubicBezTo>
                <a:lnTo>
                  <a:pt x="85" y="42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300320" y="2762280"/>
            <a:ext cx="42019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App 1: Extended Iota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Applying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1047600" y="340020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626440" y="2762280"/>
            <a:ext cx="33526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to arbitrary shape arrays.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1300320" y="3247920"/>
            <a:ext cx="9900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App 2: Timing Control Vectors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Injecting hidden CPU timing statements per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047600" y="4295520"/>
            <a:ext cx="95040" cy="95400"/>
          </a:xfrm>
          <a:custGeom>
            <a:avLst/>
            <a:gdLst>
              <a:gd name="textAreaLeft" fmla="*/ 0 w 95040"/>
              <a:gd name="textAreaRight" fmla="*/ 95400 w 9504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300320" y="3657600"/>
            <a:ext cx="42033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line to output execution metrics.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1300320" y="4143240"/>
            <a:ext cx="91684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App 3: Syntax Display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: Forcing recursive self-application for automatic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1300320" y="4552920"/>
            <a:ext cx="20599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documentation.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1644560" y="6327720"/>
            <a:ext cx="2617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747720" y="813240"/>
            <a:ext cx="58593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NotoSans"/>
                <a:ea typeface="NotoSans"/>
              </a:rPr>
              <a:t>Sources &amp; Further Reading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996120" y="1695600"/>
            <a:ext cx="100044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1. Kenneth E. Iverson. 1980.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Notation as a tool of thought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Commun. ACM 23, 8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300320" y="2114640"/>
            <a:ext cx="79106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(Aug. 1980), 444–465. </a:t>
            </a:r>
            <a:r>
              <a:rPr lang="en-US" sz="2170" b="0" u="none" strike="noStrike">
                <a:solidFill>
                  <a:srgbClr val="0969da"/>
                </a:solidFill>
                <a:effectLst/>
                <a:uFillTx/>
                <a:latin typeface="NotoSans"/>
                <a:ea typeface="NotoSans"/>
              </a:rPr>
              <a:t>https://doi.org/10.1145/358896.358899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996120" y="2676600"/>
            <a:ext cx="96116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2. Michael F. C. Crick. 1981.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Should APL be a declining language?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SIGAPL APL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1300320" y="3095640"/>
            <a:ext cx="100072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Quote Quad 12, 1 (Sept. 1981), 83–88. </a:t>
            </a:r>
            <a:r>
              <a:rPr lang="en-US" sz="2170" b="0" u="none" strike="noStrike">
                <a:solidFill>
                  <a:srgbClr val="0969da"/>
                </a:solidFill>
                <a:effectLst/>
                <a:uFillTx/>
                <a:latin typeface="NotoSans"/>
                <a:ea typeface="NotoSans"/>
              </a:rPr>
              <a:t>https://doi.org/10.1145/390007.805339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996120" y="3657600"/>
            <a:ext cx="102063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3. J. B. Gunn. 1984.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Use of virus functions to provide a virtual APL interpreter under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1300320" y="4076640"/>
            <a:ext cx="82731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user control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SIGAPL APL Quote Quad 14, 4 (June 1984), 163–168.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1300320" y="4486320"/>
            <a:ext cx="5076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0969da"/>
                </a:solidFill>
                <a:effectLst/>
                <a:uFillTx/>
                <a:latin typeface="NotoSans"/>
                <a:ea typeface="NotoSans"/>
              </a:rPr>
              <a:t>https://doi.org/10.1145/384283.801093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996120" y="5057640"/>
            <a:ext cx="997164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4. Pastor Manul Laphroaig. 2015. </a:t>
            </a:r>
            <a:r>
              <a:rPr lang="en-US" sz="2170" b="0" i="1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 sermon on Newton and Turing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. PoC||GTFO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300320" y="5467320"/>
            <a:ext cx="74242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0x09 (Sept. 2015). </a:t>
            </a:r>
            <a:r>
              <a:rPr lang="en-US" sz="2170" b="0" u="none" strike="noStrike">
                <a:solidFill>
                  <a:srgbClr val="0969da"/>
                </a:solidFill>
                <a:effectLst/>
                <a:uFillTx/>
                <a:latin typeface="NotoSans"/>
                <a:ea typeface="NotoSans"/>
              </a:rPr>
              <a:t>https://archive.org/details/pocorgtfo09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11644560" y="6327720"/>
            <a:ext cx="2617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2026-03-02T23:42:40Z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